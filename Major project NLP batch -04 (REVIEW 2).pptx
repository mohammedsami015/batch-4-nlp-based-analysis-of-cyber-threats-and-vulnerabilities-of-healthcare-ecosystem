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showSpecialPlsOnTitleSld="0">
  <p:sldMasterIdLst>
    <p:sldMasterId id="2147483648" r:id="rId1"/>
  </p:sldMasterIdLst>
  <p:notesMasterIdLst>
    <p:notesMasterId r:id="rId2"/>
  </p:notesMasterIdLst>
  <p:handoutMasterIdLst>
    <p:handoutMasterId r:id="rId3"/>
  </p:handoutMasterIdLst>
  <p:sldIdLst>
    <p:sldId id="257" r:id="rId4"/>
    <p:sldId id="258" r:id="rId5"/>
    <p:sldId id="260" r:id="rId6"/>
    <p:sldId id="261" r:id="rId7"/>
    <p:sldId id="262" r:id="rId8"/>
    <p:sldId id="263" r:id="rId9"/>
    <p:sldId id="264" r:id="rId10"/>
    <p:sldId id="265" r:id="rId11"/>
    <p:sldId id="266" r:id="rId12"/>
    <p:sldId id="267" r:id="rId13"/>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1811F2"/>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81" d="100"/>
          <a:sy n="81" d="100"/>
        </p:scale>
        <p:origin x="725" y="53"/>
      </p:cViewPr>
    </p:cSldViewPr>
  </p:slideViewPr>
  <p:notesTextViewPr>
    <p:cViewPr>
      <p:scale>
        <a:sx n="1" d="1"/>
        <a:sy n="1" d="1"/>
      </p:scale>
      <p:origin x="0" y="0"/>
    </p:cViewPr>
  </p:notesTextViewPr>
  <p:notesViewPr>
    <p:cSldViewPr snapToGrid="0">
      <p:cViewPr>
        <p:scale>
          <a:sx n="1" d="2"/>
          <a:sy n="1" d="2"/>
        </p:scale>
        <p:origin x="0" y="0"/>
      </p:cViewPr>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customXml" Target="../customXml/item1.xml"/><Relationship Id="rId18" Type="http://schemas.openxmlformats.org/officeDocument/2006/relationships/customXmlProps" Target="../customXml/itemProps1.xml"/><Relationship Id="rId1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55" name=""/>
        <p:cNvGrpSpPr/>
        <p:nvPr/>
      </p:nvGrpSpPr>
      <p:grpSpPr>
        <a:xfrm>
          <a:off x="0" y="0"/>
          <a:ext cx="0" cy="0"/>
          <a:chOff x="0" y="0"/>
          <a:chExt cx="0" cy="0"/>
        </a:xfrm>
      </p:grpSpPr>
      <p:sp>
        <p:nvSpPr>
          <p:cNvPr id="1049215"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355529D8-29D3-4EF8-AFE4-9B04C334D78A}" type="datetimeFigureOut">
              <a:rPr lang="en-US" smtClean="0"/>
              <a:t>10/27/2025</a:t>
            </a:fld>
            <a:endParaRPr lang="en-US"/>
          </a:p>
        </p:txBody>
      </p:sp>
      <p:sp>
        <p:nvSpPr>
          <p:cNvPr id="1049216"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r>
              <a:rPr lang="en-US"/>
              <a:t>Footer</a:t>
            </a:r>
          </a:p>
        </p:txBody>
      </p:sp>
      <p:sp>
        <p:nvSpPr>
          <p:cNvPr id="1049217"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FBCE52CC-DD0F-44B3-B13D-E7228EEC80E7}" type="slidenum">
              <a:rPr lang="en-US" smtClean="0"/>
              <a:t>‹#›</a:t>
            </a:fld>
            <a:endParaRPr lang="en-US"/>
          </a:p>
        </p:txBody>
      </p:sp>
      <p:sp>
        <p:nvSpPr>
          <p:cNvPr id="1049218" name="Header Placeholder 5"/>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r>
              <a:rPr altLang="zh-CN" lang="en-US"/>
              <a:t>Header</a:t>
            </a:r>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54" name=""/>
        <p:cNvGrpSpPr/>
        <p:nvPr/>
      </p:nvGrpSpPr>
      <p:grpSpPr>
        <a:xfrm>
          <a:off x="0" y="0"/>
          <a:ext cx="0" cy="0"/>
          <a:chOff x="0" y="0"/>
          <a:chExt cx="0" cy="0"/>
        </a:xfrm>
      </p:grpSpPr>
      <p:sp>
        <p:nvSpPr>
          <p:cNvPr id="1049209"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p>
        </p:txBody>
      </p:sp>
      <p:sp>
        <p:nvSpPr>
          <p:cNvPr id="1049210"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9211"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zh-CN" lang="en-US"/>
              <a:t>Click to edit Master text styles</a:t>
            </a:r>
            <a:endParaRPr altLang="en-US" lang="zh-CN"/>
          </a:p>
          <a:p>
            <a:pPr lvl="1"/>
            <a:r>
              <a:rPr altLang="zh-CN" lang="en-US"/>
              <a:t>Second</a:t>
            </a:r>
            <a:r>
              <a:rPr altLang="en-US" lang="zh-CN"/>
              <a:t> </a:t>
            </a:r>
            <a:r>
              <a:rPr altLang="zh-CN" lang="en-US"/>
              <a:t>level</a:t>
            </a:r>
            <a:endParaRPr altLang="en-US" lang="zh-CN"/>
          </a:p>
          <a:p>
            <a:pPr lvl="2"/>
            <a:r>
              <a:rPr altLang="zh-CN" lang="en-US"/>
              <a:t>Third</a:t>
            </a:r>
            <a:r>
              <a:rPr altLang="en-US" lang="zh-CN"/>
              <a:t> </a:t>
            </a:r>
            <a:r>
              <a:rPr altLang="zh-CN" lang="en-US"/>
              <a:t>level</a:t>
            </a:r>
            <a:endParaRPr altLang="en-US" lang="zh-CN"/>
          </a:p>
          <a:p>
            <a:pPr lvl="3"/>
            <a:r>
              <a:rPr altLang="zh-CN" lang="en-US"/>
              <a:t>Fourth level</a:t>
            </a:r>
            <a:endParaRPr altLang="en-US" lang="zh-CN"/>
          </a:p>
          <a:p>
            <a:pPr lvl="4"/>
            <a:r>
              <a:rPr altLang="zh-CN" lang="en-US"/>
              <a:t>Fifth level</a:t>
            </a:r>
            <a:endParaRPr altLang="en-US" lang="zh-CN"/>
          </a:p>
        </p:txBody>
      </p:sp>
      <p:sp>
        <p:nvSpPr>
          <p:cNvPr id="1049212"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altLang="en-US" lang="zh-CN"/>
          </a:p>
        </p:txBody>
      </p:sp>
      <p:sp>
        <p:nvSpPr>
          <p:cNvPr id="1049213"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893DABDA-89F0-4727-B28F-05A90B0069BB}" type="slidenum">
              <a:rPr altLang="en-US" lang="zh-CN" smtClean="0"/>
              <a:t>‹#›</a:t>
            </a:fld>
            <a:endParaRPr altLang="en-US" lang="zh-CN"/>
          </a:p>
        </p:txBody>
      </p:sp>
      <p:sp>
        <p:nvSpPr>
          <p:cNvPr id="1049214" name="Date Placeholder 7"/>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B9EF805B-254D-4FE1-8316-FEA92B4B8253}" type="datetimeFigureOut">
              <a:rPr lang="en-US" smtClean="0"/>
              <a:t>10/27/2025</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10" name=""/>
        <p:cNvGrpSpPr/>
        <p:nvPr/>
      </p:nvGrpSpPr>
      <p:grpSpPr>
        <a:xfrm>
          <a:off x="0" y="0"/>
          <a:ext cx="0" cy="0"/>
          <a:chOff x="0" y="0"/>
          <a:chExt cx="0" cy="0"/>
        </a:xfrm>
      </p:grpSpPr>
      <p:sp>
        <p:nvSpPr>
          <p:cNvPr id="1048808" name="Title 1"/>
          <p:cNvSpPr>
            <a:spLocks noGrp="1"/>
          </p:cNvSpPr>
          <p:nvPr>
            <p:ph type="ctrTitle"/>
          </p:nvPr>
        </p:nvSpPr>
        <p:spPr>
          <a:xfrm>
            <a:off x="521208" y="548642"/>
            <a:ext cx="7478991" cy="3415999"/>
          </a:xfrm>
        </p:spPr>
        <p:txBody>
          <a:bodyPr anchor="t" bIns="0" lIns="0" rIns="0" tIns="0">
            <a:noAutofit/>
          </a:bodyPr>
          <a:lstStyle>
            <a:lvl1pPr algn="l">
              <a:lnSpc>
                <a:spcPct val="100000"/>
              </a:lnSpc>
              <a:defRPr baseline="0" b="0" sz="5400"/>
            </a:lvl1pPr>
          </a:lstStyle>
          <a:p>
            <a:r>
              <a:rPr lang="en-US"/>
              <a:t>Click to edit Master title style</a:t>
            </a:r>
          </a:p>
        </p:txBody>
      </p:sp>
      <p:sp>
        <p:nvSpPr>
          <p:cNvPr id="1048809" name="Subtitle 2"/>
          <p:cNvSpPr>
            <a:spLocks noGrp="1"/>
          </p:cNvSpPr>
          <p:nvPr>
            <p:ph type="subTitle" idx="1"/>
          </p:nvPr>
        </p:nvSpPr>
        <p:spPr>
          <a:xfrm>
            <a:off x="521208" y="4079853"/>
            <a:ext cx="7478990" cy="1431947"/>
          </a:xfrm>
        </p:spPr>
        <p:txBody>
          <a:bodyPr anchor="b" bIns="0" lIns="0" rIns="0" tIns="0">
            <a:noAutofit/>
          </a:bodyPr>
          <a:lstStyle>
            <a:lvl1pPr algn="l" indent="0" marL="0">
              <a:lnSpc>
                <a:spcPct val="100000"/>
              </a:lnSpc>
              <a:spcBef>
                <a:spcPts val="0"/>
              </a:spcBef>
              <a:buNone/>
              <a:defRPr baseline="0" sz="2400">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810" name="Content Placeholder 13"/>
          <p:cNvSpPr>
            <a:spLocks noGrp="1"/>
          </p:cNvSpPr>
          <p:nvPr>
            <p:ph sz="quarter" idx="13" hasCustomPrompt="1"/>
          </p:nvPr>
        </p:nvSpPr>
        <p:spPr>
          <a:xfrm>
            <a:off x="521208" y="5730242"/>
            <a:ext cx="2336800" cy="355600"/>
          </a:xfrm>
        </p:spPr>
        <p:txBody>
          <a:bodyPr anchor="b" bIns="0" lIns="0" rIns="0" tIns="0">
            <a:noAutofit/>
          </a:bodyPr>
          <a:lstStyle>
            <a:lvl1pPr indent="0" marL="0">
              <a:spcBef>
                <a:spcPts val="0"/>
              </a:spcBef>
              <a:buNone/>
              <a:defRPr baseline="0" sz="1600"/>
            </a:lvl1pPr>
          </a:lstStyle>
          <a:p>
            <a:pPr lvl="0"/>
            <a:r>
              <a:rPr lang="en-US"/>
              <a:t>Presenter Name</a:t>
            </a:r>
          </a:p>
        </p:txBody>
      </p:sp>
      <p:sp>
        <p:nvSpPr>
          <p:cNvPr id="1048811" name="Freeform 10"/>
          <p:cNvSpPr/>
          <p:nvPr userDrawn="1"/>
        </p:nvSpPr>
        <p:spPr>
          <a:xfrm>
            <a:off x="-575" y="6309358"/>
            <a:ext cx="2426216" cy="548642"/>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12" name="Freeform 10"/>
          <p:cNvSpPr/>
          <p:nvPr userDrawn="1"/>
        </p:nvSpPr>
        <p:spPr>
          <a:xfrm rot="5400000">
            <a:off x="-713064" y="2730369"/>
            <a:ext cx="1947336" cy="521208"/>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13" name="Freeform 10"/>
          <p:cNvSpPr/>
          <p:nvPr userDrawn="1"/>
        </p:nvSpPr>
        <p:spPr>
          <a:xfrm rot="5400000">
            <a:off x="7062788" y="1728788"/>
            <a:ext cx="6858000" cy="3400424"/>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14" name="Date Placeholder 16"/>
          <p:cNvSpPr>
            <a:spLocks noGrp="1"/>
          </p:cNvSpPr>
          <p:nvPr>
            <p:ph type="dt" sz="half" idx="14"/>
          </p:nvPr>
        </p:nvSpPr>
        <p:spPr/>
        <p:txBody>
          <a:bodyPr/>
          <a:p>
            <a:r>
              <a:rPr altLang="zh-CN" lang="en-US"/>
              <a:t>03/13/2025</a:t>
            </a:r>
          </a:p>
        </p:txBody>
      </p:sp>
      <p:sp>
        <p:nvSpPr>
          <p:cNvPr id="1048815" name="Footer Placeholder 17"/>
          <p:cNvSpPr>
            <a:spLocks noGrp="1"/>
          </p:cNvSpPr>
          <p:nvPr>
            <p:ph type="ftr" sz="quarter" idx="15"/>
          </p:nvPr>
        </p:nvSpPr>
        <p:spPr/>
        <p:txBody>
          <a:bodyPr/>
          <a:p>
            <a:r>
              <a:rPr altLang="zh-CN" lang="en-US"/>
              <a:t>Sample Footer Text</a:t>
            </a:r>
          </a:p>
        </p:txBody>
      </p:sp>
      <p:sp>
        <p:nvSpPr>
          <p:cNvPr id="1048816" name="Slide Number Placeholder 18"/>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06" name=""/>
        <p:cNvGrpSpPr/>
        <p:nvPr/>
      </p:nvGrpSpPr>
      <p:grpSpPr>
        <a:xfrm>
          <a:off x="0" y="0"/>
          <a:ext cx="0" cy="0"/>
          <a:chOff x="0" y="0"/>
          <a:chExt cx="0" cy="0"/>
        </a:xfrm>
      </p:grpSpPr>
      <p:sp>
        <p:nvSpPr>
          <p:cNvPr id="1048771" name="Title 1"/>
          <p:cNvSpPr>
            <a:spLocks noGrp="1"/>
          </p:cNvSpPr>
          <p:nvPr>
            <p:ph type="ctrTitle"/>
          </p:nvPr>
        </p:nvSpPr>
        <p:spPr>
          <a:xfrm>
            <a:off x="618008" y="854239"/>
            <a:ext cx="7876287" cy="3592629"/>
          </a:xfrm>
        </p:spPr>
        <p:txBody>
          <a:bodyPr anchor="b" bIns="0" lIns="0" rIns="0" tIns="0">
            <a:noAutofit/>
          </a:bodyPr>
          <a:lstStyle>
            <a:lvl1pPr algn="l">
              <a:lnSpc>
                <a:spcPct val="100000"/>
              </a:lnSpc>
              <a:defRPr baseline="0" b="0" sz="5400"/>
            </a:lvl1pPr>
          </a:lstStyle>
          <a:p>
            <a:r>
              <a:rPr lang="en-US"/>
              <a:t>Click to edit Master title style</a:t>
            </a:r>
          </a:p>
        </p:txBody>
      </p:sp>
      <p:sp>
        <p:nvSpPr>
          <p:cNvPr id="1048772" name="Subtitle 2"/>
          <p:cNvSpPr>
            <a:spLocks noGrp="1"/>
          </p:cNvSpPr>
          <p:nvPr>
            <p:ph type="subTitle" idx="1"/>
          </p:nvPr>
        </p:nvSpPr>
        <p:spPr>
          <a:xfrm>
            <a:off x="658367" y="4617138"/>
            <a:ext cx="7835927" cy="1313762"/>
          </a:xfrm>
        </p:spPr>
        <p:txBody>
          <a:bodyPr anchor="t" bIns="0" lIns="0" rIns="0" tIns="0">
            <a:noAutofit/>
          </a:bodyPr>
          <a:lstStyle>
            <a:lvl1pPr algn="l" indent="0" marL="0">
              <a:lnSpc>
                <a:spcPct val="100000"/>
              </a:lnSpc>
              <a:spcBef>
                <a:spcPts val="0"/>
              </a:spcBef>
              <a:buNone/>
              <a:defRPr baseline="0" sz="2400">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773" name="Content Placeholder 10"/>
          <p:cNvSpPr>
            <a:spLocks noGrp="1"/>
          </p:cNvSpPr>
          <p:nvPr>
            <p:ph sz="quarter" idx="13" hasCustomPrompt="1"/>
          </p:nvPr>
        </p:nvSpPr>
        <p:spPr>
          <a:xfrm>
            <a:off x="657225" y="6076543"/>
            <a:ext cx="2155825" cy="305614"/>
          </a:xfrm>
        </p:spPr>
        <p:txBody>
          <a:bodyPr anchor="b" bIns="0" lIns="0" rIns="0" tIns="0">
            <a:noAutofit/>
          </a:bodyPr>
          <a:lstStyle>
            <a:lvl1pPr indent="0" marL="0">
              <a:spcBef>
                <a:spcPts val="0"/>
              </a:spcBef>
              <a:buNone/>
              <a:defRPr sz="1600"/>
            </a:lvl1pPr>
          </a:lstStyle>
          <a:p>
            <a:pPr lvl="0"/>
            <a:r>
              <a:rPr lang="en-US"/>
              <a:t>Presenter Name</a:t>
            </a:r>
          </a:p>
        </p:txBody>
      </p:sp>
      <p:sp>
        <p:nvSpPr>
          <p:cNvPr id="1048774" name="Freeform 10"/>
          <p:cNvSpPr/>
          <p:nvPr userDrawn="1"/>
        </p:nvSpPr>
        <p:spPr>
          <a:xfrm rot="5400000">
            <a:off x="-664664" y="3164196"/>
            <a:ext cx="1947336" cy="618008"/>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75" name="Freeform 10"/>
          <p:cNvSpPr/>
          <p:nvPr userDrawn="1"/>
        </p:nvSpPr>
        <p:spPr>
          <a:xfrm>
            <a:off x="0" y="0"/>
            <a:ext cx="1947336" cy="618008"/>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76" name="Freeform 5"/>
          <p:cNvSpPr/>
          <p:nvPr userDrawn="1"/>
        </p:nvSpPr>
        <p:spPr>
          <a:xfrm>
            <a:off x="8791576" y="0"/>
            <a:ext cx="3400423" cy="6858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77" name="Date Placeholder 7"/>
          <p:cNvSpPr>
            <a:spLocks noGrp="1"/>
          </p:cNvSpPr>
          <p:nvPr>
            <p:ph type="dt" sz="half" idx="14"/>
          </p:nvPr>
        </p:nvSpPr>
        <p:spPr/>
        <p:txBody>
          <a:bodyPr/>
          <a:p>
            <a:r>
              <a:rPr altLang="zh-CN" lang="en-US"/>
              <a:t>03/13/2025</a:t>
            </a:r>
          </a:p>
        </p:txBody>
      </p:sp>
      <p:sp>
        <p:nvSpPr>
          <p:cNvPr id="1048778" name="Footer Placeholder 11"/>
          <p:cNvSpPr>
            <a:spLocks noGrp="1"/>
          </p:cNvSpPr>
          <p:nvPr>
            <p:ph type="ftr" sz="quarter" idx="15"/>
          </p:nvPr>
        </p:nvSpPr>
        <p:spPr/>
        <p:txBody>
          <a:bodyPr/>
          <a:p>
            <a:r>
              <a:rPr altLang="zh-CN" lang="en-US"/>
              <a:t>Sample Footer Text</a:t>
            </a:r>
          </a:p>
        </p:txBody>
      </p:sp>
      <p:sp>
        <p:nvSpPr>
          <p:cNvPr id="1048779" name="Slide Number Placeholder 12"/>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02" name=""/>
        <p:cNvGrpSpPr/>
        <p:nvPr/>
      </p:nvGrpSpPr>
      <p:grpSpPr>
        <a:xfrm>
          <a:off x="0" y="0"/>
          <a:ext cx="0" cy="0"/>
          <a:chOff x="0" y="0"/>
          <a:chExt cx="0" cy="0"/>
        </a:xfrm>
      </p:grpSpPr>
      <p:sp>
        <p:nvSpPr>
          <p:cNvPr id="1048739" name="Freeform: Shape 19"/>
          <p:cNvSpPr/>
          <p:nvPr userDrawn="1"/>
        </p:nvSpPr>
        <p:spPr>
          <a:xfrm rot="16200000">
            <a:off x="4627037" y="-706963"/>
            <a:ext cx="2937934" cy="12191992"/>
          </a:xfrm>
          <a:custGeom>
            <a:avLst/>
            <a:gdLst>
              <a:gd name="connsiteX0" fmla="*/ 2937934 w 2937934"/>
              <a:gd name="connsiteY0" fmla="*/ 0 h 12191992"/>
              <a:gd name="connsiteX1" fmla="*/ 2937934 w 2937934"/>
              <a:gd name="connsiteY1" fmla="*/ 12191992 h 12191992"/>
              <a:gd name="connsiteX2" fmla="*/ 0 w 2937934"/>
              <a:gd name="connsiteY2" fmla="*/ 12191992 h 12191992"/>
              <a:gd name="connsiteX3" fmla="*/ 0 w 2937934"/>
              <a:gd name="connsiteY3" fmla="*/ 0 h 12191992"/>
            </a:gdLst>
            <a:ahLst/>
            <a:cxnLst>
              <a:cxn ang="0">
                <a:pos x="connsiteX0" y="connsiteY0"/>
              </a:cxn>
              <a:cxn ang="0">
                <a:pos x="connsiteX1" y="connsiteY1"/>
              </a:cxn>
              <a:cxn ang="0">
                <a:pos x="connsiteX2" y="connsiteY2"/>
              </a:cxn>
              <a:cxn ang="0">
                <a:pos x="connsiteX3" y="connsiteY3"/>
              </a:cxn>
            </a:cxnLst>
            <a:rect l="l" t="t" r="r" b="b"/>
            <a:pathLst>
              <a:path w="2937934" h="12191992">
                <a:moveTo>
                  <a:pt x="2937934" y="0"/>
                </a:moveTo>
                <a:lnTo>
                  <a:pt x="2937934" y="12191992"/>
                </a:lnTo>
                <a:lnTo>
                  <a:pt x="0" y="12191992"/>
                </a:lnTo>
                <a:lnTo>
                  <a:pt x="0" y="0"/>
                </a:lnTo>
                <a:close/>
              </a:path>
            </a:pathLst>
          </a:custGeom>
          <a:solidFill>
            <a:schemeClr val="accent1"/>
          </a:solidFill>
        </p:spPr>
        <p:txBody>
          <a:bodyPr wrap="square">
            <a:noAutofit/>
          </a:bodyPr>
          <a:p>
            <a:endParaRPr altLang="en-US" lang="zh-CN" u="sng"/>
          </a:p>
        </p:txBody>
      </p:sp>
      <p:sp>
        <p:nvSpPr>
          <p:cNvPr id="1048740" name="Title 1"/>
          <p:cNvSpPr>
            <a:spLocks noGrp="1"/>
          </p:cNvSpPr>
          <p:nvPr>
            <p:ph type="ctrTitle"/>
          </p:nvPr>
        </p:nvSpPr>
        <p:spPr>
          <a:xfrm>
            <a:off x="1981200" y="1140495"/>
            <a:ext cx="8229600" cy="2621154"/>
          </a:xfrm>
        </p:spPr>
        <p:txBody>
          <a:bodyPr anchor="b" bIns="0" lIns="0" rIns="0" tIns="0">
            <a:noAutofit/>
          </a:bodyPr>
          <a:lstStyle>
            <a:lvl1pPr algn="ctr">
              <a:lnSpc>
                <a:spcPct val="100000"/>
              </a:lnSpc>
              <a:defRPr baseline="0" b="0" sz="5400"/>
            </a:lvl1pPr>
          </a:lstStyle>
          <a:p>
            <a:r>
              <a:rPr lang="en-US"/>
              <a:t>Click to edit Master title style</a:t>
            </a:r>
          </a:p>
        </p:txBody>
      </p:sp>
      <p:sp>
        <p:nvSpPr>
          <p:cNvPr id="1048741" name="Subtitle 2"/>
          <p:cNvSpPr>
            <a:spLocks noGrp="1"/>
          </p:cNvSpPr>
          <p:nvPr>
            <p:ph type="subTitle" idx="1"/>
          </p:nvPr>
        </p:nvSpPr>
        <p:spPr>
          <a:xfrm>
            <a:off x="1981201" y="4039647"/>
            <a:ext cx="8229600" cy="1414091"/>
          </a:xfrm>
        </p:spPr>
        <p:txBody>
          <a:bodyPr bIns="0" lIns="0" rIns="0" tIns="0">
            <a:noAutofit/>
          </a:bodyPr>
          <a:lstStyle>
            <a:lvl1pPr algn="ctr" indent="0" marL="0">
              <a:lnSpc>
                <a:spcPct val="100000"/>
              </a:lnSpc>
              <a:spcBef>
                <a:spcPts val="0"/>
              </a:spcBef>
              <a:buNone/>
              <a:defRPr sz="2400">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742" name="Content Placeholder 9"/>
          <p:cNvSpPr>
            <a:spLocks noGrp="1"/>
          </p:cNvSpPr>
          <p:nvPr>
            <p:ph sz="quarter" idx="13" hasCustomPrompt="1"/>
          </p:nvPr>
        </p:nvSpPr>
        <p:spPr>
          <a:xfrm>
            <a:off x="4547105" y="5587422"/>
            <a:ext cx="3097790" cy="426362"/>
          </a:xfrm>
        </p:spPr>
        <p:txBody>
          <a:bodyPr anchor="b" bIns="0" lIns="0" rIns="0" tIns="0">
            <a:noAutofit/>
          </a:bodyPr>
          <a:lstStyle>
            <a:lvl1pPr algn="ctr" indent="0" marL="0">
              <a:spcBef>
                <a:spcPts val="0"/>
              </a:spcBef>
              <a:buNone/>
              <a:defRPr sz="1600"/>
            </a:lvl1pPr>
          </a:lstStyle>
          <a:p>
            <a:pPr lvl="0"/>
            <a:r>
              <a:rPr lang="en-US"/>
              <a:t>Presenter Name</a:t>
            </a:r>
          </a:p>
        </p:txBody>
      </p:sp>
      <p:sp>
        <p:nvSpPr>
          <p:cNvPr id="1048743" name="Rectangle 11"/>
          <p:cNvSpPr/>
          <p:nvPr userDrawn="1"/>
        </p:nvSpPr>
        <p:spPr>
          <a:xfrm>
            <a:off x="11472000" y="3920066"/>
            <a:ext cx="720000" cy="720000"/>
          </a:xfrm>
          <a:prstGeom prst="rect"/>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44" name="Rectangle 15"/>
          <p:cNvSpPr/>
          <p:nvPr userDrawn="1"/>
        </p:nvSpPr>
        <p:spPr>
          <a:xfrm>
            <a:off x="11472000" y="3200066"/>
            <a:ext cx="720000" cy="720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45" name="Rectangle 17"/>
          <p:cNvSpPr/>
          <p:nvPr userDrawn="1"/>
        </p:nvSpPr>
        <p:spPr>
          <a:xfrm>
            <a:off x="0" y="449552"/>
            <a:ext cx="782320" cy="20015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746" name="Date Placeholder 3"/>
          <p:cNvSpPr>
            <a:spLocks noGrp="1"/>
          </p:cNvSpPr>
          <p:nvPr>
            <p:ph type="dt" sz="half" idx="14"/>
          </p:nvPr>
        </p:nvSpPr>
        <p:spPr/>
        <p:txBody>
          <a:bodyPr/>
          <a:p>
            <a:r>
              <a:rPr altLang="zh-CN" lang="en-US"/>
              <a:t>03/13/2025</a:t>
            </a:r>
          </a:p>
        </p:txBody>
      </p:sp>
      <p:sp>
        <p:nvSpPr>
          <p:cNvPr id="1048747" name="Footer Placeholder 4"/>
          <p:cNvSpPr>
            <a:spLocks noGrp="1"/>
          </p:cNvSpPr>
          <p:nvPr>
            <p:ph type="ftr" sz="quarter" idx="15"/>
          </p:nvPr>
        </p:nvSpPr>
        <p:spPr/>
        <p:txBody>
          <a:bodyPr/>
          <a:p>
            <a:r>
              <a:rPr altLang="zh-CN" lang="en-US"/>
              <a:t>Sample Footer Text</a:t>
            </a:r>
          </a:p>
        </p:txBody>
      </p:sp>
      <p:sp>
        <p:nvSpPr>
          <p:cNvPr id="1048748" name="Slide Number Placeholder 5"/>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50" name=""/>
        <p:cNvGrpSpPr/>
        <p:nvPr/>
      </p:nvGrpSpPr>
      <p:grpSpPr>
        <a:xfrm>
          <a:off x="0" y="0"/>
          <a:ext cx="0" cy="0"/>
          <a:chOff x="0" y="0"/>
          <a:chExt cx="0" cy="0"/>
        </a:xfrm>
      </p:grpSpPr>
      <p:sp>
        <p:nvSpPr>
          <p:cNvPr id="1049167" name="Freeform 5"/>
          <p:cNvSpPr/>
          <p:nvPr userDrawn="1"/>
        </p:nvSpPr>
        <p:spPr>
          <a:xfrm>
            <a:off x="1" y="3428999"/>
            <a:ext cx="12192000" cy="1970618"/>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68" name="Title 1"/>
          <p:cNvSpPr>
            <a:spLocks noGrp="1"/>
          </p:cNvSpPr>
          <p:nvPr>
            <p:ph type="ctrTitle"/>
          </p:nvPr>
        </p:nvSpPr>
        <p:spPr>
          <a:xfrm>
            <a:off x="365760" y="3774116"/>
            <a:ext cx="11460480" cy="1590543"/>
          </a:xfrm>
        </p:spPr>
        <p:txBody>
          <a:bodyPr anchor="t" bIns="0" lIns="0" rIns="0" tIns="0">
            <a:normAutofit/>
          </a:bodyPr>
          <a:lstStyle>
            <a:lvl1pPr algn="l">
              <a:defRPr baseline="0" b="0" sz="5400"/>
            </a:lvl1pPr>
          </a:lstStyle>
          <a:p>
            <a:r>
              <a:rPr lang="en-US"/>
              <a:t>Click to edit Master title style</a:t>
            </a:r>
          </a:p>
        </p:txBody>
      </p:sp>
      <p:sp>
        <p:nvSpPr>
          <p:cNvPr id="1049169" name="Subtitle 2"/>
          <p:cNvSpPr>
            <a:spLocks noGrp="1"/>
          </p:cNvSpPr>
          <p:nvPr>
            <p:ph type="subTitle" idx="1"/>
          </p:nvPr>
        </p:nvSpPr>
        <p:spPr>
          <a:xfrm>
            <a:off x="365760" y="5563401"/>
            <a:ext cx="11460480" cy="756965"/>
          </a:xfrm>
        </p:spPr>
        <p:txBody>
          <a:bodyPr anchor="t" bIns="0" lIns="0" rIns="0" tIns="0">
            <a:noAutofit/>
          </a:bodyPr>
          <a:lstStyle>
            <a:lvl1pPr algn="l" indent="0" marL="0">
              <a:lnSpc>
                <a:spcPct val="100000"/>
              </a:lnSpc>
              <a:spcBef>
                <a:spcPts val="0"/>
              </a:spcBef>
              <a:buNone/>
              <a:defRPr baseline="0" sz="2400">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9170" name="Content Placeholder 16"/>
          <p:cNvSpPr>
            <a:spLocks noGrp="1"/>
          </p:cNvSpPr>
          <p:nvPr>
            <p:ph sz="quarter" idx="19" hasCustomPrompt="1"/>
          </p:nvPr>
        </p:nvSpPr>
        <p:spPr>
          <a:xfrm>
            <a:off x="8279019" y="6400800"/>
            <a:ext cx="2743200" cy="393700"/>
          </a:xfrm>
        </p:spPr>
        <p:txBody>
          <a:bodyPr anchor="b" bIns="0" lIns="0" rIns="0" tIns="0">
            <a:noAutofit/>
          </a:bodyPr>
          <a:lstStyle>
            <a:lvl1pPr algn="r" indent="0" marL="0">
              <a:spcBef>
                <a:spcPts val="0"/>
              </a:spcBef>
              <a:buNone/>
              <a:defRPr sz="1600"/>
            </a:lvl1pPr>
          </a:lstStyle>
          <a:p>
            <a:pPr lvl="0"/>
            <a:r>
              <a:rPr lang="en-US"/>
              <a:t>Presenter Name</a:t>
            </a:r>
          </a:p>
        </p:txBody>
      </p:sp>
      <p:sp>
        <p:nvSpPr>
          <p:cNvPr id="1049171" name="Picture Placeholder 14" descr="One tall building modern style black and white."/>
          <p:cNvSpPr>
            <a:spLocks noGrp="1"/>
          </p:cNvSpPr>
          <p:nvPr>
            <p:ph type="pic" sz="quarter" idx="18"/>
          </p:nvPr>
        </p:nvSpPr>
        <p:spPr>
          <a:xfrm>
            <a:off x="0" y="2"/>
            <a:ext cx="12192000" cy="3687377"/>
          </a:xfrm>
          <a:custGeom>
            <a:avLst/>
            <a:gdLst>
              <a:gd name="connsiteX0" fmla="*/ 0 w 12192000"/>
              <a:gd name="connsiteY0" fmla="*/ 0 h 3687377"/>
              <a:gd name="connsiteX1" fmla="*/ 12192000 w 12192000"/>
              <a:gd name="connsiteY1" fmla="*/ 0 h 3687377"/>
              <a:gd name="connsiteX2" fmla="*/ 12192000 w 12192000"/>
              <a:gd name="connsiteY2" fmla="*/ 444499 h 3687377"/>
              <a:gd name="connsiteX3" fmla="*/ 11425238 w 12192000"/>
              <a:gd name="connsiteY3" fmla="*/ 444499 h 3687377"/>
              <a:gd name="connsiteX4" fmla="*/ 11425238 w 12192000"/>
              <a:gd name="connsiteY4" fmla="*/ 2391835 h 3687377"/>
              <a:gd name="connsiteX5" fmla="*/ 12192000 w 12192000"/>
              <a:gd name="connsiteY5" fmla="*/ 2391835 h 3687377"/>
              <a:gd name="connsiteX6" fmla="*/ 12192000 w 12192000"/>
              <a:gd name="connsiteY6" fmla="*/ 3687377 h 3687377"/>
              <a:gd name="connsiteX7" fmla="*/ 2426216 w 12192000"/>
              <a:gd name="connsiteY7" fmla="*/ 3687377 h 3687377"/>
              <a:gd name="connsiteX8" fmla="*/ 2426216 w 12192000"/>
              <a:gd name="connsiteY8" fmla="*/ 2963477 h 3687377"/>
              <a:gd name="connsiteX9" fmla="*/ 0 w 12192000"/>
              <a:gd name="connsiteY9" fmla="*/ 2963477 h 368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87377">
                <a:moveTo>
                  <a:pt x="0" y="0"/>
                </a:moveTo>
                <a:lnTo>
                  <a:pt x="12192000" y="0"/>
                </a:lnTo>
                <a:lnTo>
                  <a:pt x="12192000" y="444499"/>
                </a:lnTo>
                <a:lnTo>
                  <a:pt x="11425238" y="444499"/>
                </a:lnTo>
                <a:lnTo>
                  <a:pt x="11425238" y="2391835"/>
                </a:lnTo>
                <a:lnTo>
                  <a:pt x="12192000" y="2391835"/>
                </a:lnTo>
                <a:lnTo>
                  <a:pt x="12192000" y="3687377"/>
                </a:lnTo>
                <a:lnTo>
                  <a:pt x="2426216" y="3687377"/>
                </a:lnTo>
                <a:lnTo>
                  <a:pt x="2426216" y="2963477"/>
                </a:lnTo>
                <a:lnTo>
                  <a:pt x="0" y="2963477"/>
                </a:lnTo>
                <a:close/>
              </a:path>
            </a:pathLst>
          </a:custGeom>
          <a:noFill/>
        </p:spPr>
        <p:txBody>
          <a:bodyPr wrap="square">
            <a:noAutofit/>
          </a:bodyPr>
          <a:p>
            <a:endParaRPr lang="en-US"/>
          </a:p>
        </p:txBody>
      </p:sp>
      <p:sp>
        <p:nvSpPr>
          <p:cNvPr id="1049172" name="Freeform 10"/>
          <p:cNvSpPr/>
          <p:nvPr userDrawn="1"/>
        </p:nvSpPr>
        <p:spPr>
          <a:xfrm>
            <a:off x="0" y="2963479"/>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73" name="Freeform 10"/>
          <p:cNvSpPr/>
          <p:nvPr userDrawn="1"/>
        </p:nvSpPr>
        <p:spPr>
          <a:xfrm rot="5400000">
            <a:off x="10798455" y="1014376"/>
            <a:ext cx="2020327" cy="766762"/>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74" name="Date Placeholder 3"/>
          <p:cNvSpPr>
            <a:spLocks noGrp="1"/>
          </p:cNvSpPr>
          <p:nvPr>
            <p:ph type="dt" sz="half" idx="20"/>
          </p:nvPr>
        </p:nvSpPr>
        <p:spPr/>
        <p:txBody>
          <a:bodyPr/>
          <a:p>
            <a:r>
              <a:rPr altLang="zh-CN" lang="en-US"/>
              <a:t>03/13/2025</a:t>
            </a:r>
          </a:p>
        </p:txBody>
      </p:sp>
      <p:sp>
        <p:nvSpPr>
          <p:cNvPr id="1049175" name="Footer Placeholder 5"/>
          <p:cNvSpPr>
            <a:spLocks noGrp="1"/>
          </p:cNvSpPr>
          <p:nvPr>
            <p:ph type="ftr" sz="quarter" idx="21"/>
          </p:nvPr>
        </p:nvSpPr>
        <p:spPr/>
        <p:txBody>
          <a:bodyPr/>
          <a:p>
            <a:r>
              <a:rPr altLang="zh-CN" lang="en-US"/>
              <a:t>Sample Footer Text</a:t>
            </a:r>
          </a:p>
        </p:txBody>
      </p:sp>
      <p:sp>
        <p:nvSpPr>
          <p:cNvPr id="1049176" name="Slide Number Placeholder 6"/>
          <p:cNvSpPr>
            <a:spLocks noGrp="1"/>
          </p:cNvSpPr>
          <p:nvPr>
            <p:ph type="sldNum" sz="half" idx="2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45" name=""/>
        <p:cNvGrpSpPr/>
        <p:nvPr/>
      </p:nvGrpSpPr>
      <p:grpSpPr>
        <a:xfrm>
          <a:off x="0" y="0"/>
          <a:ext cx="0" cy="0"/>
          <a:chOff x="0" y="0"/>
          <a:chExt cx="0" cy="0"/>
        </a:xfrm>
      </p:grpSpPr>
      <p:sp>
        <p:nvSpPr>
          <p:cNvPr id="1049125" name="Freeform 5"/>
          <p:cNvSpPr/>
          <p:nvPr userDrawn="1"/>
        </p:nvSpPr>
        <p:spPr>
          <a:xfrm>
            <a:off x="3873559" y="1"/>
            <a:ext cx="8318441" cy="402844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26" name="Title 1"/>
          <p:cNvSpPr>
            <a:spLocks noGrp="1"/>
          </p:cNvSpPr>
          <p:nvPr>
            <p:ph type="ctrTitle"/>
          </p:nvPr>
        </p:nvSpPr>
        <p:spPr>
          <a:xfrm>
            <a:off x="5059658" y="285071"/>
            <a:ext cx="6470926" cy="3606209"/>
          </a:xfrm>
        </p:spPr>
        <p:txBody>
          <a:bodyPr anchor="b" bIns="0" lIns="0" rIns="0" tIns="0">
            <a:noAutofit/>
          </a:bodyPr>
          <a:lstStyle>
            <a:lvl1pPr algn="l">
              <a:defRPr b="0" sz="5400"/>
            </a:lvl1pPr>
          </a:lstStyle>
          <a:p>
            <a:r>
              <a:rPr lang="en-US"/>
              <a:t>Click to edit Master title style</a:t>
            </a:r>
          </a:p>
        </p:txBody>
      </p:sp>
      <p:sp>
        <p:nvSpPr>
          <p:cNvPr id="1049127" name="Subtitle 2"/>
          <p:cNvSpPr>
            <a:spLocks noGrp="1"/>
          </p:cNvSpPr>
          <p:nvPr>
            <p:ph type="subTitle" idx="1"/>
          </p:nvPr>
        </p:nvSpPr>
        <p:spPr>
          <a:xfrm>
            <a:off x="5059658" y="4226560"/>
            <a:ext cx="6470926" cy="1493520"/>
          </a:xfrm>
        </p:spPr>
        <p:txBody>
          <a:bodyPr anchor="t" bIns="0" lIns="0" rIns="0" tIns="0">
            <a:noAutofit/>
          </a:bodyPr>
          <a:lstStyle>
            <a:lvl1pPr algn="l" indent="0" marL="0">
              <a:lnSpc>
                <a:spcPct val="100000"/>
              </a:lnSpc>
              <a:spcBef>
                <a:spcPts val="0"/>
              </a:spcBef>
              <a:buNone/>
              <a:defRPr sz="2400">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9128" name="Picture Placeholder 19" descr="One tall building modern style black and white."/>
          <p:cNvSpPr>
            <a:spLocks noGrp="1"/>
          </p:cNvSpPr>
          <p:nvPr>
            <p:ph type="pic" sz="quarter" idx="17"/>
          </p:nvPr>
        </p:nvSpPr>
        <p:spPr>
          <a:xfrm>
            <a:off x="0" y="2"/>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txBody>
          <a:bodyPr wrap="square">
            <a:noAutofit/>
          </a:bodyPr>
          <a:p>
            <a:endParaRPr lang="en-US"/>
          </a:p>
        </p:txBody>
      </p:sp>
      <p:sp>
        <p:nvSpPr>
          <p:cNvPr id="1049129" name="Text Placeholder 13"/>
          <p:cNvSpPr>
            <a:spLocks noGrp="1"/>
          </p:cNvSpPr>
          <p:nvPr>
            <p:ph type="body" sz="quarter" idx="15" hasCustomPrompt="1"/>
          </p:nvPr>
        </p:nvSpPr>
        <p:spPr>
          <a:xfrm>
            <a:off x="5059658" y="6089333"/>
            <a:ext cx="2116137" cy="292994"/>
          </a:xfrm>
        </p:spPr>
        <p:txBody>
          <a:bodyPr anchor="b" bIns="0" lIns="0" rIns="0" tIns="0">
            <a:noAutofit/>
          </a:bodyPr>
          <a:lstStyle>
            <a:lvl1pPr indent="0" marL="0">
              <a:buNone/>
              <a:defRPr baseline="0" sz="1600"/>
            </a:lvl1pPr>
          </a:lstStyle>
          <a:p>
            <a:pPr lvl="0"/>
            <a:r>
              <a:rPr altLang="zh-CN" lang="en-US"/>
              <a:t>Presenter Name</a:t>
            </a:r>
            <a:endParaRPr lang="en-US"/>
          </a:p>
        </p:txBody>
      </p:sp>
      <p:sp>
        <p:nvSpPr>
          <p:cNvPr id="1049130" name="Rectangle 21"/>
          <p:cNvSpPr/>
          <p:nvPr userDrawn="1"/>
        </p:nvSpPr>
        <p:spPr>
          <a:xfrm rot="5400000">
            <a:off x="845820" y="5270500"/>
            <a:ext cx="741680" cy="24333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9131" name="Rectangle 20"/>
          <p:cNvSpPr/>
          <p:nvPr userDrawn="1"/>
        </p:nvSpPr>
        <p:spPr>
          <a:xfrm>
            <a:off x="0" y="1706880"/>
            <a:ext cx="782320" cy="20015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9132" name="Date Placeholder 3"/>
          <p:cNvSpPr>
            <a:spLocks noGrp="1"/>
          </p:cNvSpPr>
          <p:nvPr>
            <p:ph type="dt" sz="half" idx="18"/>
          </p:nvPr>
        </p:nvSpPr>
        <p:spPr/>
        <p:txBody>
          <a:bodyPr/>
          <a:p>
            <a:r>
              <a:rPr altLang="zh-CN" lang="en-US"/>
              <a:t>03/13/2025</a:t>
            </a:r>
          </a:p>
        </p:txBody>
      </p:sp>
      <p:sp>
        <p:nvSpPr>
          <p:cNvPr id="1049133" name="Footer Placeholder 4"/>
          <p:cNvSpPr>
            <a:spLocks noGrp="1"/>
          </p:cNvSpPr>
          <p:nvPr>
            <p:ph type="ftr" sz="quarter" idx="19"/>
          </p:nvPr>
        </p:nvSpPr>
        <p:spPr/>
        <p:txBody>
          <a:bodyPr/>
          <a:p>
            <a:r>
              <a:rPr altLang="zh-CN" lang="en-US"/>
              <a:t>Sample Footer Text</a:t>
            </a:r>
          </a:p>
        </p:txBody>
      </p:sp>
      <p:sp>
        <p:nvSpPr>
          <p:cNvPr id="1049134" name="Slide Number Placeholder 5"/>
          <p:cNvSpPr>
            <a:spLocks noGrp="1"/>
          </p:cNvSpPr>
          <p:nvPr>
            <p:ph type="sldNum" sz="half" idx="20"/>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11" name=""/>
        <p:cNvGrpSpPr/>
        <p:nvPr/>
      </p:nvGrpSpPr>
      <p:grpSpPr>
        <a:xfrm>
          <a:off x="0" y="0"/>
          <a:ext cx="0" cy="0"/>
          <a:chOff x="0" y="0"/>
          <a:chExt cx="0" cy="0"/>
        </a:xfrm>
      </p:grpSpPr>
      <p:sp>
        <p:nvSpPr>
          <p:cNvPr id="1048817" name="Freeform 5"/>
          <p:cNvSpPr/>
          <p:nvPr userDrawn="1"/>
        </p:nvSpPr>
        <p:spPr>
          <a:xfrm>
            <a:off x="0" y="0"/>
            <a:ext cx="8318441" cy="4025314"/>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18" name="Title 1"/>
          <p:cNvSpPr>
            <a:spLocks noGrp="1"/>
          </p:cNvSpPr>
          <p:nvPr>
            <p:ph type="ctrTitle"/>
          </p:nvPr>
        </p:nvSpPr>
        <p:spPr>
          <a:xfrm>
            <a:off x="365760" y="285071"/>
            <a:ext cx="6841490" cy="3606209"/>
          </a:xfrm>
        </p:spPr>
        <p:txBody>
          <a:bodyPr anchor="b" bIns="0" lIns="0" rIns="0" tIns="0">
            <a:noAutofit/>
          </a:bodyPr>
          <a:lstStyle>
            <a:lvl1pPr algn="l">
              <a:defRPr b="0" sz="5400"/>
            </a:lvl1pPr>
          </a:lstStyle>
          <a:p>
            <a:r>
              <a:rPr lang="en-US"/>
              <a:t>Click to edit Master title style</a:t>
            </a:r>
          </a:p>
        </p:txBody>
      </p:sp>
      <p:sp>
        <p:nvSpPr>
          <p:cNvPr id="1048819" name="Subtitle 2"/>
          <p:cNvSpPr>
            <a:spLocks noGrp="1"/>
          </p:cNvSpPr>
          <p:nvPr>
            <p:ph type="subTitle" idx="1"/>
          </p:nvPr>
        </p:nvSpPr>
        <p:spPr>
          <a:xfrm>
            <a:off x="365760" y="4226560"/>
            <a:ext cx="6841490" cy="1482090"/>
          </a:xfrm>
        </p:spPr>
        <p:txBody>
          <a:bodyPr anchor="t" bIns="0" lIns="0" rIns="0" tIns="0">
            <a:noAutofit/>
          </a:bodyPr>
          <a:lstStyle>
            <a:lvl1pPr algn="l" indent="0" marL="0">
              <a:lnSpc>
                <a:spcPct val="100000"/>
              </a:lnSpc>
              <a:spcBef>
                <a:spcPts val="0"/>
              </a:spcBef>
              <a:buNone/>
              <a:defRPr sz="2400">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820" name="Content Placeholder 17"/>
          <p:cNvSpPr>
            <a:spLocks noGrp="1"/>
          </p:cNvSpPr>
          <p:nvPr>
            <p:ph sz="quarter" idx="18" hasCustomPrompt="1"/>
          </p:nvPr>
        </p:nvSpPr>
        <p:spPr>
          <a:xfrm>
            <a:off x="365760" y="5990748"/>
            <a:ext cx="2574925" cy="251143"/>
          </a:xfrm>
        </p:spPr>
        <p:txBody>
          <a:bodyPr anchor="b" bIns="0" lIns="0" rIns="0" tIns="0">
            <a:noAutofit/>
          </a:bodyPr>
          <a:lstStyle>
            <a:lvl1pPr indent="0" marL="0">
              <a:spcBef>
                <a:spcPts val="0"/>
              </a:spcBef>
              <a:buNone/>
              <a:defRPr sz="1600"/>
            </a:lvl1pPr>
          </a:lstStyle>
          <a:p>
            <a:pPr lvl="0"/>
            <a:r>
              <a:rPr lang="en-US"/>
              <a:t>Presenter Name</a:t>
            </a:r>
          </a:p>
        </p:txBody>
      </p:sp>
      <p:sp>
        <p:nvSpPr>
          <p:cNvPr id="1048821" name="Picture Placeholder 19" descr="One tall building modern style black and white."/>
          <p:cNvSpPr>
            <a:spLocks noGrp="1"/>
          </p:cNvSpPr>
          <p:nvPr>
            <p:ph type="pic" sz="quarter" idx="17"/>
          </p:nvPr>
        </p:nvSpPr>
        <p:spPr>
          <a:xfrm flipH="1">
            <a:off x="7520705" y="2"/>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txBody>
          <a:bodyPr wrap="square">
            <a:noAutofit/>
          </a:bodyPr>
          <a:p>
            <a:endParaRPr lang="en-US"/>
          </a:p>
        </p:txBody>
      </p:sp>
      <p:sp>
        <p:nvSpPr>
          <p:cNvPr id="1048822" name="Rectangle 13"/>
          <p:cNvSpPr/>
          <p:nvPr userDrawn="1"/>
        </p:nvSpPr>
        <p:spPr>
          <a:xfrm rot="5400000">
            <a:off x="10604500" y="5270500"/>
            <a:ext cx="741680" cy="24333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823" name="Rectangle 12"/>
          <p:cNvSpPr/>
          <p:nvPr userDrawn="1"/>
        </p:nvSpPr>
        <p:spPr>
          <a:xfrm>
            <a:off x="11409680" y="1706880"/>
            <a:ext cx="782320" cy="20015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824" name="Date Placeholder 7"/>
          <p:cNvSpPr>
            <a:spLocks noGrp="1"/>
          </p:cNvSpPr>
          <p:nvPr>
            <p:ph type="dt" sz="half" idx="19"/>
          </p:nvPr>
        </p:nvSpPr>
        <p:spPr/>
        <p:txBody>
          <a:bodyPr/>
          <a:p>
            <a:r>
              <a:rPr altLang="zh-CN" lang="en-US"/>
              <a:t>03/13/2025</a:t>
            </a:r>
          </a:p>
        </p:txBody>
      </p:sp>
      <p:sp>
        <p:nvSpPr>
          <p:cNvPr id="1048825" name="Footer Placeholder 8"/>
          <p:cNvSpPr>
            <a:spLocks noGrp="1"/>
          </p:cNvSpPr>
          <p:nvPr>
            <p:ph type="ftr" sz="quarter" idx="20"/>
          </p:nvPr>
        </p:nvSpPr>
        <p:spPr/>
        <p:txBody>
          <a:bodyPr/>
          <a:p>
            <a:r>
              <a:rPr altLang="zh-CN" lang="en-US"/>
              <a:t>Sample Footer Text</a:t>
            </a:r>
          </a:p>
        </p:txBody>
      </p:sp>
      <p:sp>
        <p:nvSpPr>
          <p:cNvPr id="1048826" name="Slide Number Placeholder 10"/>
          <p:cNvSpPr>
            <a:spLocks noGrp="1"/>
          </p:cNvSpPr>
          <p:nvPr>
            <p:ph type="sldNum" sz="half" idx="21"/>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Section Header, Photo 1">
    <p:bg>
      <p:bgPr>
        <a:solidFill>
          <a:schemeClr val="bg1"/>
        </a:solidFill>
        <a:effectLst/>
      </p:bgPr>
    </p:bg>
    <p:spTree>
      <p:nvGrpSpPr>
        <p:cNvPr id="119" name=""/>
        <p:cNvGrpSpPr/>
        <p:nvPr/>
      </p:nvGrpSpPr>
      <p:grpSpPr>
        <a:xfrm>
          <a:off x="0" y="0"/>
          <a:ext cx="0" cy="0"/>
          <a:chOff x="0" y="0"/>
          <a:chExt cx="0" cy="0"/>
        </a:xfrm>
      </p:grpSpPr>
      <p:sp>
        <p:nvSpPr>
          <p:cNvPr id="1048903" name="Title 5"/>
          <p:cNvSpPr>
            <a:spLocks noGrp="1"/>
          </p:cNvSpPr>
          <p:nvPr>
            <p:ph type="title"/>
          </p:nvPr>
        </p:nvSpPr>
        <p:spPr>
          <a:xfrm>
            <a:off x="657226" y="436418"/>
            <a:ext cx="5896338" cy="4512397"/>
          </a:xfrm>
        </p:spPr>
        <p:txBody>
          <a:bodyPr bIns="0" lIns="0" rIns="0" tIns="0">
            <a:noAutofit/>
          </a:bodyPr>
          <a:lstStyle>
            <a:lvl1pPr>
              <a:defRPr baseline="0" b="0" sz="6000"/>
            </a:lvl1pPr>
          </a:lstStyle>
          <a:p>
            <a:r>
              <a:rPr lang="en-US"/>
              <a:t>Click to edit Master title style</a:t>
            </a:r>
            <a:endParaRPr lang="en-CN"/>
          </a:p>
        </p:txBody>
      </p:sp>
      <p:sp>
        <p:nvSpPr>
          <p:cNvPr id="1048904" name="Text Placeholder 2"/>
          <p:cNvSpPr>
            <a:spLocks noGrp="1"/>
          </p:cNvSpPr>
          <p:nvPr>
            <p:ph type="body" sz="quarter" idx="17" hasCustomPrompt="1"/>
          </p:nvPr>
        </p:nvSpPr>
        <p:spPr>
          <a:xfrm>
            <a:off x="657225" y="5152864"/>
            <a:ext cx="5889827" cy="1268718"/>
          </a:xfrm>
        </p:spPr>
        <p:txBody>
          <a:bodyPr bIns="0" lIns="0" rIns="0" tIns="0">
            <a:noAutofit/>
          </a:bodyPr>
          <a:lstStyle>
            <a:lvl1pPr indent="0" marL="0">
              <a:lnSpc>
                <a:spcPct val="120000"/>
              </a:lnSpc>
              <a:spcBef>
                <a:spcPts val="0"/>
              </a:spcBef>
              <a:buNone/>
              <a:defRPr baseline="0" sz="1400">
                <a:solidFill>
                  <a:schemeClr val="tx1"/>
                </a:solidFill>
                <a:latin typeface="+mn-lt"/>
              </a:defRPr>
            </a:lvl1pPr>
          </a:lstStyle>
          <a:p>
            <a:pPr lvl="0"/>
            <a:r>
              <a:rPr altLang="zh-CN" lang="en-US"/>
              <a:t>Click</a:t>
            </a:r>
            <a:r>
              <a:rPr altLang="en-US" lang="zh-CN"/>
              <a:t> </a:t>
            </a:r>
            <a:r>
              <a:rPr altLang="zh-CN" lang="en-US"/>
              <a:t>to edit Master subtitle style</a:t>
            </a:r>
            <a:endParaRPr altLang="en-US" lang="zh-CN"/>
          </a:p>
        </p:txBody>
      </p:sp>
      <p:sp>
        <p:nvSpPr>
          <p:cNvPr id="1048905" name="Picture Placeholder 6" descr="Closeup on person wearing glasses."/>
          <p:cNvSpPr>
            <a:spLocks noGrp="1"/>
          </p:cNvSpPr>
          <p:nvPr>
            <p:ph type="pic" sz="quarter" idx="18"/>
          </p:nvPr>
        </p:nvSpPr>
        <p:spPr>
          <a:xfrm>
            <a:off x="6883862" y="669510"/>
            <a:ext cx="3902491" cy="3902491"/>
          </a:xfrm>
          <a:custGeom>
            <a:avLst/>
            <a:gdLst>
              <a:gd name="connsiteX0" fmla="*/ 1951245 w 3902491"/>
              <a:gd name="connsiteY0" fmla="*/ 0 h 3902491"/>
              <a:gd name="connsiteX1" fmla="*/ 3902491 w 3902491"/>
              <a:gd name="connsiteY1" fmla="*/ 1951246 h 3902491"/>
              <a:gd name="connsiteX2" fmla="*/ 1951246 w 3902491"/>
              <a:gd name="connsiteY2" fmla="*/ 3902491 h 3902491"/>
              <a:gd name="connsiteX3" fmla="*/ 1951245 w 3902491"/>
              <a:gd name="connsiteY3" fmla="*/ 3902491 h 3902491"/>
              <a:gd name="connsiteX4" fmla="*/ 0 w 3902491"/>
              <a:gd name="connsiteY4" fmla="*/ 1951246 h 3902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491" h="3902491">
                <a:moveTo>
                  <a:pt x="1951245" y="0"/>
                </a:moveTo>
                <a:lnTo>
                  <a:pt x="3902491" y="1951246"/>
                </a:lnTo>
                <a:lnTo>
                  <a:pt x="1951246" y="3902491"/>
                </a:lnTo>
                <a:lnTo>
                  <a:pt x="1951245" y="3902491"/>
                </a:lnTo>
                <a:lnTo>
                  <a:pt x="0" y="1951246"/>
                </a:lnTo>
                <a:close/>
              </a:path>
            </a:pathLst>
          </a:custGeom>
          <a:noFill/>
        </p:spPr>
        <p:txBody>
          <a:bodyPr wrap="square">
            <a:noAutofit/>
          </a:bodyPr>
          <a:p>
            <a:endParaRPr altLang="en-US" lang="zh-CN"/>
          </a:p>
        </p:txBody>
      </p:sp>
      <p:sp>
        <p:nvSpPr>
          <p:cNvPr id="1048906" name="Picture Placeholder 12" descr="One person clapping and smiling."/>
          <p:cNvSpPr>
            <a:spLocks noGrp="1"/>
          </p:cNvSpPr>
          <p:nvPr>
            <p:ph type="pic" sz="quarter" idx="19"/>
          </p:nvPr>
        </p:nvSpPr>
        <p:spPr>
          <a:xfrm>
            <a:off x="9052312" y="2833425"/>
            <a:ext cx="3139688" cy="3872174"/>
          </a:xfrm>
          <a:custGeom>
            <a:avLst/>
            <a:gdLst>
              <a:gd name="connsiteX0" fmla="*/ 1948799 w 3139688"/>
              <a:gd name="connsiteY0" fmla="*/ 0 h 3872174"/>
              <a:gd name="connsiteX1" fmla="*/ 3139688 w 3139688"/>
              <a:gd name="connsiteY1" fmla="*/ 1190889 h 3872174"/>
              <a:gd name="connsiteX2" fmla="*/ 3139688 w 3139688"/>
              <a:gd name="connsiteY2" fmla="*/ 2706710 h 3872174"/>
              <a:gd name="connsiteX3" fmla="*/ 1974223 w 3139688"/>
              <a:gd name="connsiteY3" fmla="*/ 3872174 h 3872174"/>
              <a:gd name="connsiteX4" fmla="*/ 1923375 w 3139688"/>
              <a:gd name="connsiteY4" fmla="*/ 3872174 h 3872174"/>
              <a:gd name="connsiteX5" fmla="*/ 0 w 3139688"/>
              <a:gd name="connsiteY5" fmla="*/ 1948799 h 387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9688" h="3872174">
                <a:moveTo>
                  <a:pt x="1948799" y="0"/>
                </a:moveTo>
                <a:lnTo>
                  <a:pt x="3139688" y="1190889"/>
                </a:lnTo>
                <a:lnTo>
                  <a:pt x="3139688" y="2706710"/>
                </a:lnTo>
                <a:lnTo>
                  <a:pt x="1974223" y="3872174"/>
                </a:lnTo>
                <a:lnTo>
                  <a:pt x="1923375" y="3872174"/>
                </a:lnTo>
                <a:lnTo>
                  <a:pt x="0" y="1948799"/>
                </a:lnTo>
                <a:close/>
              </a:path>
            </a:pathLst>
          </a:custGeom>
          <a:noFill/>
        </p:spPr>
        <p:txBody>
          <a:bodyPr wrap="square">
            <a:noAutofit/>
          </a:bodyPr>
          <a:p>
            <a:endParaRPr altLang="en-US" lang="zh-CN"/>
          </a:p>
        </p:txBody>
      </p:sp>
      <p:sp>
        <p:nvSpPr>
          <p:cNvPr id="1048907" name="Freeform: Shape 23"/>
          <p:cNvSpPr/>
          <p:nvPr userDrawn="1"/>
        </p:nvSpPr>
        <p:spPr>
          <a:xfrm flipV="1">
            <a:off x="8616950" y="0"/>
            <a:ext cx="3575051" cy="3612361"/>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p>
            <a:endParaRPr altLang="en-US" lang="zh-CN"/>
          </a:p>
        </p:txBody>
      </p:sp>
      <p:sp>
        <p:nvSpPr>
          <p:cNvPr id="1048908" name="Isosceles Triangle 3"/>
          <p:cNvSpPr/>
          <p:nvPr userDrawn="1"/>
        </p:nvSpPr>
        <p:spPr>
          <a:xfrm flipH="1">
            <a:off x="7640892" y="3816350"/>
            <a:ext cx="3040598" cy="3041650"/>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909" name="Freeform: Shape 25"/>
          <p:cNvSpPr/>
          <p:nvPr userDrawn="1"/>
        </p:nvSpPr>
        <p:spPr>
          <a:xfrm rot="5400000" flipV="1">
            <a:off x="11297484" y="5963483"/>
            <a:ext cx="889873" cy="899160"/>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p>
            <a:endParaRPr altLang="en-US" lang="zh-CN"/>
          </a:p>
        </p:txBody>
      </p:sp>
      <p:sp>
        <p:nvSpPr>
          <p:cNvPr id="1048910" name="Date Placeholder 1"/>
          <p:cNvSpPr>
            <a:spLocks noGrp="1"/>
          </p:cNvSpPr>
          <p:nvPr>
            <p:ph type="dt" sz="half" idx="20"/>
          </p:nvPr>
        </p:nvSpPr>
        <p:spPr/>
        <p:txBody>
          <a:bodyPr/>
          <a:p>
            <a:r>
              <a:rPr altLang="zh-CN" lang="en-US"/>
              <a:t>03/13/2025</a:t>
            </a:r>
          </a:p>
        </p:txBody>
      </p:sp>
      <p:sp>
        <p:nvSpPr>
          <p:cNvPr id="1048911" name="Footer Placeholder 3"/>
          <p:cNvSpPr>
            <a:spLocks noGrp="1"/>
          </p:cNvSpPr>
          <p:nvPr>
            <p:ph type="ftr" sz="quarter" idx="21"/>
          </p:nvPr>
        </p:nvSpPr>
        <p:spPr/>
        <p:txBody>
          <a:bodyPr/>
          <a:p>
            <a:r>
              <a:rPr altLang="zh-CN" lang="en-US"/>
              <a:t>Sample Footer Text</a:t>
            </a:r>
          </a:p>
        </p:txBody>
      </p:sp>
      <p:sp>
        <p:nvSpPr>
          <p:cNvPr id="1048912" name="Slide Number Placeholder 4"/>
          <p:cNvSpPr>
            <a:spLocks noGrp="1"/>
          </p:cNvSpPr>
          <p:nvPr>
            <p:ph type="sldNum" sz="half" idx="2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Section Header, Photo 2">
    <p:bg>
      <p:bgPr>
        <a:solidFill>
          <a:schemeClr val="bg1"/>
        </a:solidFill>
        <a:effectLst/>
      </p:bgPr>
    </p:bg>
    <p:spTree>
      <p:nvGrpSpPr>
        <p:cNvPr id="125" name=""/>
        <p:cNvGrpSpPr/>
        <p:nvPr/>
      </p:nvGrpSpPr>
      <p:grpSpPr>
        <a:xfrm>
          <a:off x="0" y="0"/>
          <a:ext cx="0" cy="0"/>
          <a:chOff x="0" y="0"/>
          <a:chExt cx="0" cy="0"/>
        </a:xfrm>
      </p:grpSpPr>
      <p:sp>
        <p:nvSpPr>
          <p:cNvPr id="1048947" name="Title 1"/>
          <p:cNvSpPr>
            <a:spLocks noGrp="1"/>
          </p:cNvSpPr>
          <p:nvPr>
            <p:ph type="ctrTitle"/>
          </p:nvPr>
        </p:nvSpPr>
        <p:spPr>
          <a:xfrm>
            <a:off x="5500138" y="359917"/>
            <a:ext cx="6242770" cy="4588897"/>
          </a:xfrm>
        </p:spPr>
        <p:txBody>
          <a:bodyPr anchor="b" bIns="0" lIns="0" rIns="0" tIns="0">
            <a:noAutofit/>
          </a:bodyPr>
          <a:lstStyle>
            <a:lvl1pPr algn="l">
              <a:lnSpc>
                <a:spcPct val="100000"/>
              </a:lnSpc>
              <a:defRPr b="0" sz="6000">
                <a:solidFill>
                  <a:schemeClr val="tx1"/>
                </a:solidFill>
              </a:defRPr>
            </a:lvl1pPr>
          </a:lstStyle>
          <a:p>
            <a:r>
              <a:rPr lang="en-US"/>
              <a:t>Click to edit Master title style</a:t>
            </a:r>
          </a:p>
        </p:txBody>
      </p:sp>
      <p:sp>
        <p:nvSpPr>
          <p:cNvPr id="1048948" name="Subtitle 2"/>
          <p:cNvSpPr>
            <a:spLocks noGrp="1"/>
          </p:cNvSpPr>
          <p:nvPr>
            <p:ph type="subTitle" idx="1"/>
          </p:nvPr>
        </p:nvSpPr>
        <p:spPr>
          <a:xfrm>
            <a:off x="5500138" y="5152864"/>
            <a:ext cx="6233626" cy="1268718"/>
          </a:xfrm>
        </p:spPr>
        <p:txBody>
          <a:bodyPr anchor="t" bIns="0" lIns="0" rIns="0" tIns="0">
            <a:noAutofit/>
          </a:bodyPr>
          <a:lstStyle>
            <a:lvl1pPr algn="l" indent="0" marL="0">
              <a:lnSpc>
                <a:spcPct val="100000"/>
              </a:lnSpc>
              <a:spcBef>
                <a:spcPts val="0"/>
              </a:spcBef>
              <a:buNone/>
              <a:defRPr sz="1400">
                <a:solidFill>
                  <a:schemeClr val="tx1"/>
                </a:solidFill>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949" name="Picture Placeholder 6" descr="Closeup on person wearing glasses."/>
          <p:cNvSpPr>
            <a:spLocks noGrp="1"/>
          </p:cNvSpPr>
          <p:nvPr>
            <p:ph type="pic" sz="quarter" idx="18"/>
          </p:nvPr>
        </p:nvSpPr>
        <p:spPr>
          <a:xfrm>
            <a:off x="1360741" y="634584"/>
            <a:ext cx="3902491" cy="3902491"/>
          </a:xfrm>
          <a:custGeom>
            <a:avLst/>
            <a:gdLst>
              <a:gd name="connsiteX0" fmla="*/ 1951245 w 3902491"/>
              <a:gd name="connsiteY0" fmla="*/ 0 h 3902491"/>
              <a:gd name="connsiteX1" fmla="*/ 3902491 w 3902491"/>
              <a:gd name="connsiteY1" fmla="*/ 1951246 h 3902491"/>
              <a:gd name="connsiteX2" fmla="*/ 1951246 w 3902491"/>
              <a:gd name="connsiteY2" fmla="*/ 3902491 h 3902491"/>
              <a:gd name="connsiteX3" fmla="*/ 1951245 w 3902491"/>
              <a:gd name="connsiteY3" fmla="*/ 3902491 h 3902491"/>
              <a:gd name="connsiteX4" fmla="*/ 0 w 3902491"/>
              <a:gd name="connsiteY4" fmla="*/ 1951246 h 3902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491" h="3902491">
                <a:moveTo>
                  <a:pt x="1951245" y="0"/>
                </a:moveTo>
                <a:lnTo>
                  <a:pt x="3902491" y="1951246"/>
                </a:lnTo>
                <a:lnTo>
                  <a:pt x="1951246" y="3902491"/>
                </a:lnTo>
                <a:lnTo>
                  <a:pt x="1951245" y="3902491"/>
                </a:lnTo>
                <a:lnTo>
                  <a:pt x="0" y="1951246"/>
                </a:lnTo>
                <a:close/>
              </a:path>
            </a:pathLst>
          </a:custGeom>
          <a:noFill/>
        </p:spPr>
        <p:txBody>
          <a:bodyPr wrap="square">
            <a:noAutofit/>
          </a:bodyPr>
          <a:p>
            <a:endParaRPr altLang="en-US" lang="zh-CN"/>
          </a:p>
        </p:txBody>
      </p:sp>
      <p:sp>
        <p:nvSpPr>
          <p:cNvPr id="1048950" name="Picture Placeholder 12" descr="One person clapping and smiling."/>
          <p:cNvSpPr>
            <a:spLocks noGrp="1"/>
          </p:cNvSpPr>
          <p:nvPr>
            <p:ph type="pic" sz="quarter" idx="19"/>
          </p:nvPr>
        </p:nvSpPr>
        <p:spPr>
          <a:xfrm flipH="1">
            <a:off x="0" y="2788976"/>
            <a:ext cx="3139688" cy="3872174"/>
          </a:xfrm>
          <a:custGeom>
            <a:avLst/>
            <a:gdLst>
              <a:gd name="connsiteX0" fmla="*/ 1948799 w 3139688"/>
              <a:gd name="connsiteY0" fmla="*/ 0 h 3872174"/>
              <a:gd name="connsiteX1" fmla="*/ 3139688 w 3139688"/>
              <a:gd name="connsiteY1" fmla="*/ 1190889 h 3872174"/>
              <a:gd name="connsiteX2" fmla="*/ 3139688 w 3139688"/>
              <a:gd name="connsiteY2" fmla="*/ 2706710 h 3872174"/>
              <a:gd name="connsiteX3" fmla="*/ 1974223 w 3139688"/>
              <a:gd name="connsiteY3" fmla="*/ 3872174 h 3872174"/>
              <a:gd name="connsiteX4" fmla="*/ 1923375 w 3139688"/>
              <a:gd name="connsiteY4" fmla="*/ 3872174 h 3872174"/>
              <a:gd name="connsiteX5" fmla="*/ 0 w 3139688"/>
              <a:gd name="connsiteY5" fmla="*/ 1948799 h 387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9688" h="3872174">
                <a:moveTo>
                  <a:pt x="1948799" y="0"/>
                </a:moveTo>
                <a:lnTo>
                  <a:pt x="3139688" y="1190889"/>
                </a:lnTo>
                <a:lnTo>
                  <a:pt x="3139688" y="2706710"/>
                </a:lnTo>
                <a:lnTo>
                  <a:pt x="1974223" y="3872174"/>
                </a:lnTo>
                <a:lnTo>
                  <a:pt x="1923375" y="3872174"/>
                </a:lnTo>
                <a:lnTo>
                  <a:pt x="0" y="1948799"/>
                </a:lnTo>
                <a:close/>
              </a:path>
            </a:pathLst>
          </a:custGeom>
          <a:noFill/>
        </p:spPr>
        <p:txBody>
          <a:bodyPr wrap="square">
            <a:noAutofit/>
          </a:bodyPr>
          <a:p>
            <a:endParaRPr altLang="en-US" lang="zh-CN"/>
          </a:p>
        </p:txBody>
      </p:sp>
      <p:sp>
        <p:nvSpPr>
          <p:cNvPr id="1048951" name="Freeform: Shape 11"/>
          <p:cNvSpPr/>
          <p:nvPr userDrawn="1"/>
        </p:nvSpPr>
        <p:spPr>
          <a:xfrm rot="16200000" flipH="1" flipV="1">
            <a:off x="4644" y="5963483"/>
            <a:ext cx="889873" cy="899160"/>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p>
            <a:endParaRPr altLang="en-US" lang="zh-CN"/>
          </a:p>
        </p:txBody>
      </p:sp>
      <p:sp>
        <p:nvSpPr>
          <p:cNvPr id="1048952" name="Freeform: Shape 16"/>
          <p:cNvSpPr/>
          <p:nvPr userDrawn="1"/>
        </p:nvSpPr>
        <p:spPr>
          <a:xfrm flipH="1" flipV="1">
            <a:off x="0" y="0"/>
            <a:ext cx="3575051" cy="3612361"/>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p>
            <a:endParaRPr altLang="en-US" lang="zh-CN"/>
          </a:p>
        </p:txBody>
      </p:sp>
      <p:sp>
        <p:nvSpPr>
          <p:cNvPr id="1048953" name="Isosceles Triangle 3"/>
          <p:cNvSpPr/>
          <p:nvPr userDrawn="1"/>
        </p:nvSpPr>
        <p:spPr>
          <a:xfrm>
            <a:off x="1360741" y="3816350"/>
            <a:ext cx="3040598" cy="3041650"/>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954" name="Date Placeholder 1"/>
          <p:cNvSpPr>
            <a:spLocks noGrp="1"/>
          </p:cNvSpPr>
          <p:nvPr>
            <p:ph type="dt" sz="half" idx="20"/>
          </p:nvPr>
        </p:nvSpPr>
        <p:spPr>
          <a:xfrm>
            <a:off x="449580" y="6527800"/>
            <a:ext cx="2743200" cy="266700"/>
          </a:xfrm>
        </p:spPr>
        <p:txBody>
          <a:bodyPr/>
          <a:p>
            <a:r>
              <a:rPr altLang="zh-CN" lang="en-US"/>
              <a:t>03/13/2025</a:t>
            </a:r>
          </a:p>
        </p:txBody>
      </p:sp>
      <p:sp>
        <p:nvSpPr>
          <p:cNvPr id="1048955" name="Footer Placeholder 2"/>
          <p:cNvSpPr>
            <a:spLocks noGrp="1"/>
          </p:cNvSpPr>
          <p:nvPr>
            <p:ph type="ftr" sz="quarter" idx="21"/>
          </p:nvPr>
        </p:nvSpPr>
        <p:spPr/>
        <p:txBody>
          <a:bodyPr/>
          <a:p>
            <a:r>
              <a:rPr altLang="zh-CN" lang="en-US"/>
              <a:t>Sample Footer Text</a:t>
            </a:r>
          </a:p>
        </p:txBody>
      </p:sp>
      <p:sp>
        <p:nvSpPr>
          <p:cNvPr id="1048956" name="Slide Number Placeholder 3"/>
          <p:cNvSpPr>
            <a:spLocks noGrp="1"/>
          </p:cNvSpPr>
          <p:nvPr>
            <p:ph type="sldNum" sz="half" idx="2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Section Header 1">
    <p:bg>
      <p:bgPr>
        <a:solidFill>
          <a:schemeClr val="bg1"/>
        </a:solidFill>
        <a:effectLst/>
      </p:bgPr>
    </p:bg>
    <p:spTree>
      <p:nvGrpSpPr>
        <p:cNvPr id="83" name=""/>
        <p:cNvGrpSpPr/>
        <p:nvPr/>
      </p:nvGrpSpPr>
      <p:grpSpPr>
        <a:xfrm>
          <a:off x="0" y="0"/>
          <a:ext cx="0" cy="0"/>
          <a:chOff x="0" y="0"/>
          <a:chExt cx="0" cy="0"/>
        </a:xfrm>
      </p:grpSpPr>
      <p:sp>
        <p:nvSpPr>
          <p:cNvPr id="1048624" name="Title 1"/>
          <p:cNvSpPr>
            <a:spLocks noGrp="1"/>
          </p:cNvSpPr>
          <p:nvPr>
            <p:ph type="ctrTitle"/>
          </p:nvPr>
        </p:nvSpPr>
        <p:spPr>
          <a:xfrm>
            <a:off x="2647950" y="534677"/>
            <a:ext cx="6896100" cy="3884923"/>
          </a:xfrm>
        </p:spPr>
        <p:txBody>
          <a:bodyPr anchor="b" bIns="0" lIns="0" rIns="0" tIns="0">
            <a:noAutofit/>
          </a:bodyPr>
          <a:lstStyle>
            <a:lvl1pPr algn="ctr">
              <a:defRPr baseline="0" b="0" sz="5400">
                <a:solidFill>
                  <a:schemeClr val="tx1"/>
                </a:solidFill>
                <a:latin typeface="+mj-lt"/>
              </a:defRPr>
            </a:lvl1pPr>
          </a:lstStyle>
          <a:p>
            <a:r>
              <a:rPr lang="en-US"/>
              <a:t>Click to edit Master title style</a:t>
            </a:r>
          </a:p>
        </p:txBody>
      </p:sp>
      <p:sp>
        <p:nvSpPr>
          <p:cNvPr id="1048625" name="Subtitle 2"/>
          <p:cNvSpPr>
            <a:spLocks noGrp="1"/>
          </p:cNvSpPr>
          <p:nvPr>
            <p:ph type="subTitle" idx="1"/>
          </p:nvPr>
        </p:nvSpPr>
        <p:spPr>
          <a:xfrm>
            <a:off x="2647950" y="4660900"/>
            <a:ext cx="6896100" cy="1315008"/>
          </a:xfrm>
        </p:spPr>
        <p:txBody>
          <a:bodyPr anchor="t" bIns="0" lIns="0" rIns="0" tIns="0">
            <a:noAutofit/>
          </a:bodyPr>
          <a:lstStyle>
            <a:lvl1pPr algn="ctr" indent="0" marL="0">
              <a:lnSpc>
                <a:spcPct val="100000"/>
              </a:lnSpc>
              <a:spcBef>
                <a:spcPts val="0"/>
              </a:spcBef>
              <a:buNone/>
              <a:defRPr sz="1400">
                <a:solidFill>
                  <a:schemeClr val="tx1"/>
                </a:solidFill>
                <a:latin typeface="+mn-lt"/>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626" name="Isosceles Triangle 3"/>
          <p:cNvSpPr/>
          <p:nvPr userDrawn="1"/>
        </p:nvSpPr>
        <p:spPr>
          <a:xfrm>
            <a:off x="8534400" y="3199135"/>
            <a:ext cx="3657600" cy="3658865"/>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627" name="Freeform: Shape 3"/>
          <p:cNvSpPr/>
          <p:nvPr userDrawn="1"/>
        </p:nvSpPr>
        <p:spPr>
          <a:xfrm rot="16200000" flipH="1" flipV="1">
            <a:off x="6165" y="5670366"/>
            <a:ext cx="1181469" cy="1193799"/>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p>
            <a:endParaRPr altLang="en-US" lang="zh-CN"/>
          </a:p>
        </p:txBody>
      </p:sp>
      <p:sp>
        <p:nvSpPr>
          <p:cNvPr id="1048628" name="Freeform: Shape 12"/>
          <p:cNvSpPr/>
          <p:nvPr userDrawn="1"/>
        </p:nvSpPr>
        <p:spPr>
          <a:xfrm rot="16200000" flipV="1">
            <a:off x="15300" y="-15304"/>
            <a:ext cx="2932731" cy="2963336"/>
          </a:xfrm>
          <a:custGeom>
            <a:avLst/>
            <a:gdLst>
              <a:gd name="connsiteX0" fmla="*/ 0 w 1577827"/>
              <a:gd name="connsiteY0" fmla="*/ 1594293 h 1594293"/>
              <a:gd name="connsiteX1" fmla="*/ 1577827 w 1577827"/>
              <a:gd name="connsiteY1" fmla="*/ 1594293 h 1594293"/>
              <a:gd name="connsiteX2" fmla="*/ 1577827 w 1577827"/>
              <a:gd name="connsiteY2" fmla="*/ 0 h 1594293"/>
            </a:gdLst>
            <a:ahLst/>
            <a:cxnLst>
              <a:cxn ang="0">
                <a:pos x="connsiteX0" y="connsiteY0"/>
              </a:cxn>
              <a:cxn ang="0">
                <a:pos x="connsiteX1" y="connsiteY1"/>
              </a:cxn>
              <a:cxn ang="0">
                <a:pos x="connsiteX2" y="connsiteY2"/>
              </a:cxn>
            </a:cxnLst>
            <a:rect l="l" t="t" r="r" b="b"/>
            <a:pathLst>
              <a:path w="1577827" h="1594293">
                <a:moveTo>
                  <a:pt x="0" y="1594293"/>
                </a:moveTo>
                <a:lnTo>
                  <a:pt x="1577827" y="1594293"/>
                </a:lnTo>
                <a:lnTo>
                  <a:pt x="157782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anchor="ctr" rtlCol="0" wrap="square">
            <a:noAutofit/>
          </a:bodyPr>
          <a:p>
            <a:endParaRPr altLang="en-US" lang="zh-CN"/>
          </a:p>
        </p:txBody>
      </p:sp>
      <p:sp>
        <p:nvSpPr>
          <p:cNvPr id="1048629" name="Date Placeholder 4"/>
          <p:cNvSpPr>
            <a:spLocks noGrp="1"/>
          </p:cNvSpPr>
          <p:nvPr>
            <p:ph type="dt" sz="half" idx="10"/>
          </p:nvPr>
        </p:nvSpPr>
        <p:spPr/>
        <p:txBody>
          <a:bodyPr/>
          <a:p>
            <a:r>
              <a:rPr altLang="zh-CN" lang="en-US"/>
              <a:t>03/13/2025</a:t>
            </a:r>
          </a:p>
        </p:txBody>
      </p:sp>
      <p:sp>
        <p:nvSpPr>
          <p:cNvPr id="1048630" name="Footer Placeholder 5"/>
          <p:cNvSpPr>
            <a:spLocks noGrp="1"/>
          </p:cNvSpPr>
          <p:nvPr>
            <p:ph type="ftr" sz="quarter" idx="11"/>
          </p:nvPr>
        </p:nvSpPr>
        <p:spPr/>
        <p:txBody>
          <a:bodyPr/>
          <a:p>
            <a:r>
              <a:rPr altLang="zh-CN" lang="en-US"/>
              <a:t>Sample Footer Text</a:t>
            </a:r>
          </a:p>
        </p:txBody>
      </p:sp>
      <p:sp>
        <p:nvSpPr>
          <p:cNvPr id="1048631" name="Slide Number Placeholder 6"/>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7 items">
    <p:spTree>
      <p:nvGrpSpPr>
        <p:cNvPr id="81" name=""/>
        <p:cNvGrpSpPr/>
        <p:nvPr/>
      </p:nvGrpSpPr>
      <p:grpSpPr>
        <a:xfrm>
          <a:off x="0" y="0"/>
          <a:ext cx="0" cy="0"/>
          <a:chOff x="0" y="0"/>
          <a:chExt cx="0" cy="0"/>
        </a:xfrm>
      </p:grpSpPr>
      <p:sp>
        <p:nvSpPr>
          <p:cNvPr id="1048595" name="Title 1"/>
          <p:cNvSpPr>
            <a:spLocks noGrp="1"/>
          </p:cNvSpPr>
          <p:nvPr>
            <p:ph type="title"/>
          </p:nvPr>
        </p:nvSpPr>
        <p:spPr>
          <a:xfrm>
            <a:off x="844000" y="831919"/>
            <a:ext cx="10504000" cy="1554480"/>
          </a:xfrm>
        </p:spPr>
        <p:txBody>
          <a:bodyPr anchor="b" bIns="0" lIns="0" rIns="0" tIns="0">
            <a:noAutofit/>
          </a:bodyPr>
          <a:lstStyle>
            <a:lvl1pPr>
              <a:defRPr baseline="0" b="0" sz="3600"/>
            </a:lvl1pPr>
          </a:lstStyle>
          <a:p>
            <a:r>
              <a:rPr lang="en-US"/>
              <a:t>Click to edit Master title style</a:t>
            </a:r>
          </a:p>
        </p:txBody>
      </p:sp>
      <p:sp>
        <p:nvSpPr>
          <p:cNvPr id="1048596" name="Text Placeholder 39"/>
          <p:cNvSpPr>
            <a:spLocks noGrp="1"/>
          </p:cNvSpPr>
          <p:nvPr>
            <p:ph type="body" sz="quarter" idx="27"/>
          </p:nvPr>
        </p:nvSpPr>
        <p:spPr>
          <a:xfrm>
            <a:off x="1281113" y="2814135"/>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597" name="Text Placeholder 39"/>
          <p:cNvSpPr>
            <a:spLocks noGrp="1"/>
          </p:cNvSpPr>
          <p:nvPr>
            <p:ph type="body" sz="quarter" idx="29"/>
          </p:nvPr>
        </p:nvSpPr>
        <p:spPr>
          <a:xfrm>
            <a:off x="1281113" y="3639663"/>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598" name="Text Placeholder 39"/>
          <p:cNvSpPr>
            <a:spLocks noGrp="1"/>
          </p:cNvSpPr>
          <p:nvPr>
            <p:ph type="body" sz="quarter" idx="30"/>
          </p:nvPr>
        </p:nvSpPr>
        <p:spPr>
          <a:xfrm>
            <a:off x="1281113" y="4435367"/>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599" name="Text Placeholder 39"/>
          <p:cNvSpPr>
            <a:spLocks noGrp="1"/>
          </p:cNvSpPr>
          <p:nvPr>
            <p:ph type="body" sz="quarter" idx="31"/>
          </p:nvPr>
        </p:nvSpPr>
        <p:spPr>
          <a:xfrm>
            <a:off x="1281113" y="5256629"/>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00" name="Text Placeholder 39"/>
          <p:cNvSpPr>
            <a:spLocks noGrp="1"/>
          </p:cNvSpPr>
          <p:nvPr>
            <p:ph type="body" sz="quarter" idx="28"/>
          </p:nvPr>
        </p:nvSpPr>
        <p:spPr>
          <a:xfrm>
            <a:off x="6913666" y="2814135"/>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01" name="Text Placeholder 39"/>
          <p:cNvSpPr>
            <a:spLocks noGrp="1"/>
          </p:cNvSpPr>
          <p:nvPr>
            <p:ph type="body" sz="quarter" idx="32"/>
          </p:nvPr>
        </p:nvSpPr>
        <p:spPr>
          <a:xfrm>
            <a:off x="6913666" y="3639663"/>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02" name="Text Placeholder 39"/>
          <p:cNvSpPr>
            <a:spLocks noGrp="1"/>
          </p:cNvSpPr>
          <p:nvPr>
            <p:ph type="body" sz="quarter" idx="33"/>
          </p:nvPr>
        </p:nvSpPr>
        <p:spPr>
          <a:xfrm>
            <a:off x="6913666" y="4435367"/>
            <a:ext cx="4143375" cy="541840"/>
          </a:xfrm>
        </p:spPr>
        <p:txBody>
          <a:bodyPr anchor="b" bIns="0" lIns="0" rIns="0" tIns="0">
            <a:noAutofit/>
          </a:bodyPr>
          <a:lstStyle>
            <a:lvl1pPr indent="0" marL="0">
              <a:lnSpc>
                <a:spcPct val="100000"/>
              </a:lnSpc>
              <a:spcBef>
                <a:spcPts val="0"/>
              </a:spcBef>
              <a:buNone/>
              <a:defRPr baseline="0" b="1" sz="1800"/>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03" name="Freeform 17"/>
          <p:cNvSpPr/>
          <p:nvPr userDrawn="1"/>
        </p:nvSpPr>
        <p:spPr>
          <a:xfrm flipV="1">
            <a:off x="8623300" y="6526800"/>
            <a:ext cx="3568700" cy="331200"/>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604" name="Freeform 17"/>
          <p:cNvSpPr/>
          <p:nvPr userDrawn="1"/>
        </p:nvSpPr>
        <p:spPr>
          <a:xfrm>
            <a:off x="1" y="0"/>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605" name="Freeform 17"/>
          <p:cNvSpPr/>
          <p:nvPr userDrawn="1"/>
        </p:nvSpPr>
        <p:spPr>
          <a:xfrm flipV="1">
            <a:off x="0"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606" name="Isosceles Triangle 3"/>
          <p:cNvSpPr/>
          <p:nvPr userDrawn="1"/>
        </p:nvSpPr>
        <p:spPr>
          <a:xfrm rot="5400000" flipH="1">
            <a:off x="823702" y="3084150"/>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607" name="Isosceles Triangle 4"/>
          <p:cNvSpPr/>
          <p:nvPr userDrawn="1"/>
        </p:nvSpPr>
        <p:spPr>
          <a:xfrm rot="5400000" flipH="1">
            <a:off x="823702" y="3898663"/>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608" name="Isosceles Triangle 5"/>
          <p:cNvSpPr/>
          <p:nvPr userDrawn="1"/>
        </p:nvSpPr>
        <p:spPr>
          <a:xfrm rot="5400000" flipH="1">
            <a:off x="823702" y="4713176"/>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609" name="Isosceles Triangle 3"/>
          <p:cNvSpPr/>
          <p:nvPr userDrawn="1"/>
        </p:nvSpPr>
        <p:spPr>
          <a:xfrm rot="5400000" flipH="1">
            <a:off x="823702" y="5526970"/>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endParaRPr altLang="en-US" lang="zh-CN"/>
          </a:p>
        </p:txBody>
      </p:sp>
      <p:sp>
        <p:nvSpPr>
          <p:cNvPr id="1048610" name="Isosceles Triangle 6"/>
          <p:cNvSpPr/>
          <p:nvPr userDrawn="1"/>
        </p:nvSpPr>
        <p:spPr>
          <a:xfrm rot="5400000" flipH="1">
            <a:off x="6456152" y="3084150"/>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bIns="0" lIns="0" rIns="0" rtlCol="0" tIns="0"/>
          <a:p>
            <a:endParaRPr altLang="en-US" lang="zh-CN"/>
          </a:p>
        </p:txBody>
      </p:sp>
      <p:sp>
        <p:nvSpPr>
          <p:cNvPr id="1048611" name="Isosceles Triangle 7"/>
          <p:cNvSpPr/>
          <p:nvPr userDrawn="1"/>
        </p:nvSpPr>
        <p:spPr>
          <a:xfrm rot="5400000" flipH="1">
            <a:off x="6456152" y="3898663"/>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bIns="0" lIns="0" rIns="0" rtlCol="0" tIns="0"/>
          <a:p>
            <a:endParaRPr altLang="en-US" lang="zh-CN"/>
          </a:p>
        </p:txBody>
      </p:sp>
      <p:sp>
        <p:nvSpPr>
          <p:cNvPr id="1048612" name="Isosceles Triangle 8"/>
          <p:cNvSpPr/>
          <p:nvPr userDrawn="1"/>
        </p:nvSpPr>
        <p:spPr>
          <a:xfrm rot="5400000" flipH="1">
            <a:off x="6456152" y="4713176"/>
            <a:ext cx="294319" cy="253723"/>
          </a:xfrm>
          <a:prstGeom prst="triangle"/>
          <a:ln>
            <a:noFill/>
          </a:ln>
        </p:spPr>
        <p:style>
          <a:lnRef idx="2">
            <a:schemeClr val="accent1">
              <a:shade val="15000"/>
            </a:schemeClr>
          </a:lnRef>
          <a:fillRef idx="1">
            <a:schemeClr val="accent1"/>
          </a:fillRef>
          <a:effectRef idx="0">
            <a:schemeClr val="accent1"/>
          </a:effectRef>
          <a:fontRef idx="minor">
            <a:schemeClr val="lt1"/>
          </a:fontRef>
        </p:style>
        <p:txBody>
          <a:bodyPr anchor="ctr" bIns="0" lIns="0" rIns="0" rtlCol="0" tIns="0"/>
          <a:p>
            <a:endParaRPr altLang="en-US" lang="zh-CN"/>
          </a:p>
        </p:txBody>
      </p:sp>
      <p:sp>
        <p:nvSpPr>
          <p:cNvPr id="1048613" name="Date Placeholder 2"/>
          <p:cNvSpPr>
            <a:spLocks noGrp="1"/>
          </p:cNvSpPr>
          <p:nvPr>
            <p:ph type="dt" sz="half" idx="34"/>
          </p:nvPr>
        </p:nvSpPr>
        <p:spPr/>
        <p:txBody>
          <a:bodyPr/>
          <a:p>
            <a:r>
              <a:rPr altLang="zh-CN" lang="en-US"/>
              <a:t>03/13/2025</a:t>
            </a:r>
          </a:p>
        </p:txBody>
      </p:sp>
      <p:sp>
        <p:nvSpPr>
          <p:cNvPr id="1048614" name="Footer Placeholder 3"/>
          <p:cNvSpPr>
            <a:spLocks noGrp="1"/>
          </p:cNvSpPr>
          <p:nvPr>
            <p:ph type="ftr" sz="quarter" idx="35"/>
          </p:nvPr>
        </p:nvSpPr>
        <p:spPr/>
        <p:txBody>
          <a:bodyPr/>
          <a:p>
            <a:r>
              <a:rPr altLang="zh-CN" lang="en-US"/>
              <a:t>Sample Footer Text</a:t>
            </a:r>
          </a:p>
        </p:txBody>
      </p:sp>
      <p:sp>
        <p:nvSpPr>
          <p:cNvPr id="1048615" name="Slide Number Placeholder 4"/>
          <p:cNvSpPr>
            <a:spLocks noGrp="1"/>
          </p:cNvSpPr>
          <p:nvPr>
            <p:ph type="sldNum" sz="half" idx="3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90" name=""/>
        <p:cNvGrpSpPr/>
        <p:nvPr/>
      </p:nvGrpSpPr>
      <p:grpSpPr>
        <a:xfrm>
          <a:off x="0" y="0"/>
          <a:ext cx="0" cy="0"/>
          <a:chOff x="0" y="0"/>
          <a:chExt cx="0" cy="0"/>
        </a:xfrm>
      </p:grpSpPr>
      <p:sp>
        <p:nvSpPr>
          <p:cNvPr id="1048665" name="Title 1"/>
          <p:cNvSpPr>
            <a:spLocks noGrp="1"/>
          </p:cNvSpPr>
          <p:nvPr>
            <p:ph type="title"/>
          </p:nvPr>
        </p:nvSpPr>
        <p:spPr>
          <a:xfrm>
            <a:off x="844000" y="831919"/>
            <a:ext cx="10504000" cy="1554480"/>
          </a:xfrm>
        </p:spPr>
        <p:txBody>
          <a:bodyPr anchor="b" bIns="0" lIns="0" rIns="0" tIns="0">
            <a:noAutofit/>
          </a:bodyPr>
          <a:lstStyle>
            <a:lvl1pPr>
              <a:defRPr baseline="0" b="0" sz="3600"/>
            </a:lvl1pPr>
          </a:lstStyle>
          <a:p>
            <a:r>
              <a:rPr lang="en-US"/>
              <a:t>Click to edit Master title style</a:t>
            </a:r>
          </a:p>
        </p:txBody>
      </p:sp>
      <p:sp>
        <p:nvSpPr>
          <p:cNvPr id="1048666" name="Content Placeholder 16"/>
          <p:cNvSpPr>
            <a:spLocks noGrp="1"/>
          </p:cNvSpPr>
          <p:nvPr>
            <p:ph sz="quarter" idx="37"/>
          </p:nvPr>
        </p:nvSpPr>
        <p:spPr>
          <a:xfrm>
            <a:off x="844000" y="2576946"/>
            <a:ext cx="10504000" cy="3380509"/>
          </a:xfrm>
        </p:spPr>
        <p:txBody>
          <a:bodyPr>
            <a:norm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7" name="Freeform 17"/>
          <p:cNvSpPr/>
          <p:nvPr userDrawn="1"/>
        </p:nvSpPr>
        <p:spPr>
          <a:xfrm flipV="1">
            <a:off x="8623300" y="6526800"/>
            <a:ext cx="3568700" cy="331200"/>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668" name="Freeform 17"/>
          <p:cNvSpPr/>
          <p:nvPr userDrawn="1"/>
        </p:nvSpPr>
        <p:spPr>
          <a:xfrm>
            <a:off x="1" y="0"/>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669" name="Freeform 17"/>
          <p:cNvSpPr/>
          <p:nvPr userDrawn="1"/>
        </p:nvSpPr>
        <p:spPr>
          <a:xfrm flipV="1">
            <a:off x="0"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670" name="Date Placeholder 2"/>
          <p:cNvSpPr>
            <a:spLocks noGrp="1"/>
          </p:cNvSpPr>
          <p:nvPr>
            <p:ph type="dt" sz="half" idx="34"/>
          </p:nvPr>
        </p:nvSpPr>
        <p:spPr/>
        <p:txBody>
          <a:bodyPr/>
          <a:p>
            <a:r>
              <a:rPr altLang="zh-CN" lang="en-US"/>
              <a:t>03/13/2025</a:t>
            </a:r>
          </a:p>
        </p:txBody>
      </p:sp>
      <p:sp>
        <p:nvSpPr>
          <p:cNvPr id="1048671" name="Footer Placeholder 3"/>
          <p:cNvSpPr>
            <a:spLocks noGrp="1"/>
          </p:cNvSpPr>
          <p:nvPr>
            <p:ph type="ftr" sz="quarter" idx="35"/>
          </p:nvPr>
        </p:nvSpPr>
        <p:spPr/>
        <p:txBody>
          <a:bodyPr/>
          <a:p>
            <a:r>
              <a:rPr altLang="zh-CN" lang="en-US"/>
              <a:t>Sample Footer Text</a:t>
            </a:r>
          </a:p>
        </p:txBody>
      </p:sp>
      <p:sp>
        <p:nvSpPr>
          <p:cNvPr id="1048672" name="Slide Number Placeholder 4"/>
          <p:cNvSpPr>
            <a:spLocks noGrp="1"/>
          </p:cNvSpPr>
          <p:nvPr>
            <p:ph type="sldNum" sz="half" idx="3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32" name=""/>
        <p:cNvGrpSpPr/>
        <p:nvPr/>
      </p:nvGrpSpPr>
      <p:grpSpPr>
        <a:xfrm>
          <a:off x="0" y="0"/>
          <a:ext cx="0" cy="0"/>
          <a:chOff x="0" y="0"/>
          <a:chExt cx="0" cy="0"/>
        </a:xfrm>
      </p:grpSpPr>
      <p:sp>
        <p:nvSpPr>
          <p:cNvPr id="1049004" name="Title 1"/>
          <p:cNvSpPr>
            <a:spLocks noGrp="1"/>
          </p:cNvSpPr>
          <p:nvPr>
            <p:ph type="title"/>
          </p:nvPr>
        </p:nvSpPr>
        <p:spPr>
          <a:xfrm>
            <a:off x="844000" y="1927933"/>
            <a:ext cx="10504000" cy="1135871"/>
          </a:xfrm>
        </p:spPr>
        <p:txBody>
          <a:bodyPr bIns="0" lIns="0" rIns="0" tIns="0">
            <a:noAutofit/>
          </a:bodyPr>
          <a:lstStyle>
            <a:lvl1pPr algn="ctr">
              <a:defRPr baseline="0" b="0" sz="3600"/>
            </a:lvl1pPr>
          </a:lstStyle>
          <a:p>
            <a:r>
              <a:rPr lang="en-US"/>
              <a:t>Click to edit Master title style</a:t>
            </a:r>
          </a:p>
        </p:txBody>
      </p:sp>
      <p:sp>
        <p:nvSpPr>
          <p:cNvPr id="1049005" name="Content Placeholder 16"/>
          <p:cNvSpPr>
            <a:spLocks noGrp="1"/>
          </p:cNvSpPr>
          <p:nvPr>
            <p:ph sz="quarter" idx="37"/>
          </p:nvPr>
        </p:nvSpPr>
        <p:spPr>
          <a:xfrm>
            <a:off x="844000" y="3269675"/>
            <a:ext cx="10504000" cy="2225963"/>
          </a:xfrm>
        </p:spPr>
        <p:txBody>
          <a:bodyPr>
            <a:normAutofit/>
          </a:bodyPr>
          <a:lstStyle>
            <a:lvl1pPr algn="l" indent="0" marL="0">
              <a:buNone/>
              <a:defRPr sz="1400"/>
            </a:lvl1pPr>
            <a:lvl2pPr algn="l" indent="0" marL="457200">
              <a:buNone/>
              <a:defRPr sz="1200"/>
            </a:lvl2pPr>
            <a:lvl3pPr algn="l" indent="0" marL="914400">
              <a:buNone/>
              <a:defRPr sz="1100"/>
            </a:lvl3pPr>
            <a:lvl4pPr algn="l" indent="0" marL="1371600">
              <a:buNone/>
              <a:defRPr sz="1050"/>
            </a:lvl4pPr>
            <a:lvl5pPr algn="l"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06" name="Freeform: Shape 6"/>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p>
            <a:endParaRPr altLang="en-US" lang="zh-CN"/>
          </a:p>
        </p:txBody>
      </p:sp>
      <p:sp>
        <p:nvSpPr>
          <p:cNvPr id="1049007"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9008" name="Freeform 17"/>
          <p:cNvSpPr/>
          <p:nvPr userDrawn="1"/>
        </p:nvSpPr>
        <p:spPr>
          <a:xfrm flipV="1">
            <a:off x="7768799"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9009" name="Date Placeholder 3"/>
          <p:cNvSpPr>
            <a:spLocks noGrp="1"/>
          </p:cNvSpPr>
          <p:nvPr>
            <p:ph type="dt" sz="half" idx="10"/>
          </p:nvPr>
        </p:nvSpPr>
        <p:spPr/>
        <p:txBody>
          <a:bodyPr/>
          <a:p>
            <a:r>
              <a:rPr altLang="zh-CN" lang="en-US"/>
              <a:t>03/13/2025</a:t>
            </a:r>
          </a:p>
        </p:txBody>
      </p:sp>
      <p:sp>
        <p:nvSpPr>
          <p:cNvPr id="1049010" name="Footer Placeholder 4"/>
          <p:cNvSpPr>
            <a:spLocks noGrp="1"/>
          </p:cNvSpPr>
          <p:nvPr>
            <p:ph type="ftr" sz="quarter" idx="11"/>
          </p:nvPr>
        </p:nvSpPr>
        <p:spPr/>
        <p:txBody>
          <a:bodyPr/>
          <a:p>
            <a:r>
              <a:rPr altLang="zh-CN" lang="en-US"/>
              <a:t>Sample Footer Text</a:t>
            </a:r>
          </a:p>
        </p:txBody>
      </p:sp>
      <p:sp>
        <p:nvSpPr>
          <p:cNvPr id="1049011" name="Slide Number Placeholder 5"/>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41" name=""/>
        <p:cNvGrpSpPr/>
        <p:nvPr/>
      </p:nvGrpSpPr>
      <p:grpSpPr>
        <a:xfrm>
          <a:off x="0" y="0"/>
          <a:ext cx="0" cy="0"/>
          <a:chOff x="0" y="0"/>
          <a:chExt cx="0" cy="0"/>
        </a:xfrm>
      </p:grpSpPr>
      <p:sp>
        <p:nvSpPr>
          <p:cNvPr id="1049084"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9085" name="Picture Placeholder 43"/>
          <p:cNvSpPr>
            <a:spLocks noGrp="1"/>
          </p:cNvSpPr>
          <p:nvPr>
            <p:ph type="pic" sz="quarter" idx="39"/>
          </p:nvPr>
        </p:nvSpPr>
        <p:spPr>
          <a:xfrm>
            <a:off x="620968" y="2134688"/>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86" name="Text Placeholder 39"/>
          <p:cNvSpPr>
            <a:spLocks noGrp="1"/>
          </p:cNvSpPr>
          <p:nvPr>
            <p:ph type="body" sz="quarter" idx="27"/>
          </p:nvPr>
        </p:nvSpPr>
        <p:spPr>
          <a:xfrm>
            <a:off x="2290761" y="2128094"/>
            <a:ext cx="3663194" cy="60732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87" name="Text Placeholder 39"/>
          <p:cNvSpPr>
            <a:spLocks noGrp="1"/>
          </p:cNvSpPr>
          <p:nvPr>
            <p:ph type="body" sz="quarter" idx="32"/>
          </p:nvPr>
        </p:nvSpPr>
        <p:spPr>
          <a:xfrm>
            <a:off x="2290762" y="2832099"/>
            <a:ext cx="3663194" cy="894123"/>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88" name="Picture Placeholder 45"/>
          <p:cNvSpPr>
            <a:spLocks noGrp="1"/>
          </p:cNvSpPr>
          <p:nvPr>
            <p:ph type="pic" sz="quarter" idx="41"/>
          </p:nvPr>
        </p:nvSpPr>
        <p:spPr>
          <a:xfrm>
            <a:off x="620968" y="398172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89" name="Text Placeholder 39"/>
          <p:cNvSpPr>
            <a:spLocks noGrp="1"/>
          </p:cNvSpPr>
          <p:nvPr>
            <p:ph type="body" sz="quarter" idx="33"/>
          </p:nvPr>
        </p:nvSpPr>
        <p:spPr>
          <a:xfrm>
            <a:off x="2290761" y="3830353"/>
            <a:ext cx="3663194" cy="60732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90" name="Text Placeholder 39"/>
          <p:cNvSpPr>
            <a:spLocks noGrp="1"/>
          </p:cNvSpPr>
          <p:nvPr>
            <p:ph type="body" sz="quarter" idx="34"/>
          </p:nvPr>
        </p:nvSpPr>
        <p:spPr>
          <a:xfrm>
            <a:off x="2290762" y="4533817"/>
            <a:ext cx="3663194" cy="894123"/>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91" name="Picture Placeholder 44"/>
          <p:cNvSpPr>
            <a:spLocks noGrp="1"/>
          </p:cNvSpPr>
          <p:nvPr>
            <p:ph type="pic" sz="quarter" idx="40"/>
          </p:nvPr>
        </p:nvSpPr>
        <p:spPr>
          <a:xfrm>
            <a:off x="6195673" y="2134688"/>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92" name="Text Placeholder 39"/>
          <p:cNvSpPr>
            <a:spLocks noGrp="1"/>
          </p:cNvSpPr>
          <p:nvPr>
            <p:ph type="body" sz="quarter" idx="35"/>
          </p:nvPr>
        </p:nvSpPr>
        <p:spPr>
          <a:xfrm>
            <a:off x="7872639" y="2128094"/>
            <a:ext cx="3663194" cy="60732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93" name="Text Placeholder 39"/>
          <p:cNvSpPr>
            <a:spLocks noGrp="1"/>
          </p:cNvSpPr>
          <p:nvPr>
            <p:ph type="body" sz="quarter" idx="36"/>
          </p:nvPr>
        </p:nvSpPr>
        <p:spPr>
          <a:xfrm>
            <a:off x="7872639" y="2832099"/>
            <a:ext cx="3663194" cy="894123"/>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94" name="Picture Placeholder 46"/>
          <p:cNvSpPr>
            <a:spLocks noGrp="1"/>
          </p:cNvSpPr>
          <p:nvPr>
            <p:ph type="pic" sz="quarter" idx="42"/>
          </p:nvPr>
        </p:nvSpPr>
        <p:spPr>
          <a:xfrm>
            <a:off x="6195673" y="398172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95" name="Text Placeholder 39"/>
          <p:cNvSpPr>
            <a:spLocks noGrp="1"/>
          </p:cNvSpPr>
          <p:nvPr>
            <p:ph type="body" sz="quarter" idx="37"/>
          </p:nvPr>
        </p:nvSpPr>
        <p:spPr>
          <a:xfrm>
            <a:off x="7872639" y="3830353"/>
            <a:ext cx="3663194" cy="60732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96" name="Text Placeholder 39"/>
          <p:cNvSpPr>
            <a:spLocks noGrp="1"/>
          </p:cNvSpPr>
          <p:nvPr>
            <p:ph type="body" sz="quarter" idx="38"/>
          </p:nvPr>
        </p:nvSpPr>
        <p:spPr>
          <a:xfrm>
            <a:off x="7872639" y="4533817"/>
            <a:ext cx="3663194" cy="894123"/>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97" name="Freeform 10"/>
          <p:cNvSpPr/>
          <p:nvPr userDrawn="1"/>
        </p:nvSpPr>
        <p:spPr>
          <a:xfrm>
            <a:off x="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98"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99" name="Date Placeholder 6"/>
          <p:cNvSpPr>
            <a:spLocks noGrp="1"/>
          </p:cNvSpPr>
          <p:nvPr>
            <p:ph type="dt" sz="half" idx="43"/>
          </p:nvPr>
        </p:nvSpPr>
        <p:spPr/>
        <p:txBody>
          <a:bodyPr/>
          <a:p>
            <a:r>
              <a:rPr altLang="zh-CN" lang="en-US"/>
              <a:t>03/13/2025</a:t>
            </a:r>
          </a:p>
        </p:txBody>
      </p:sp>
      <p:sp>
        <p:nvSpPr>
          <p:cNvPr id="1049100" name="Footer Placeholder 7"/>
          <p:cNvSpPr>
            <a:spLocks noGrp="1"/>
          </p:cNvSpPr>
          <p:nvPr>
            <p:ph type="ftr" sz="quarter" idx="44"/>
          </p:nvPr>
        </p:nvSpPr>
        <p:spPr/>
        <p:txBody>
          <a:bodyPr/>
          <a:p>
            <a:r>
              <a:rPr altLang="zh-CN" lang="en-US"/>
              <a:t>Sample Footer Text</a:t>
            </a:r>
          </a:p>
        </p:txBody>
      </p:sp>
      <p:sp>
        <p:nvSpPr>
          <p:cNvPr id="1049101" name="Slide Number Placeholder 8"/>
          <p:cNvSpPr>
            <a:spLocks noGrp="1"/>
          </p:cNvSpPr>
          <p:nvPr>
            <p:ph type="sldNum" sz="half" idx="45"/>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51" name=""/>
        <p:cNvGrpSpPr/>
        <p:nvPr/>
      </p:nvGrpSpPr>
      <p:grpSpPr>
        <a:xfrm>
          <a:off x="0" y="0"/>
          <a:ext cx="0" cy="0"/>
          <a:chOff x="0" y="0"/>
          <a:chExt cx="0" cy="0"/>
        </a:xfrm>
      </p:grpSpPr>
      <p:sp>
        <p:nvSpPr>
          <p:cNvPr id="1049177"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9178" name="Text Placeholder 39"/>
          <p:cNvSpPr>
            <a:spLocks noGrp="1"/>
          </p:cNvSpPr>
          <p:nvPr>
            <p:ph type="body" sz="quarter" idx="39"/>
          </p:nvPr>
        </p:nvSpPr>
        <p:spPr>
          <a:xfrm>
            <a:off x="1738206" y="2065422"/>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79" name="Text Placeholder 39"/>
          <p:cNvSpPr>
            <a:spLocks noGrp="1"/>
          </p:cNvSpPr>
          <p:nvPr>
            <p:ph type="body" sz="quarter" idx="32"/>
          </p:nvPr>
        </p:nvSpPr>
        <p:spPr>
          <a:xfrm>
            <a:off x="1738206" y="2705744"/>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0" name="Text Placeholder 39"/>
          <p:cNvSpPr>
            <a:spLocks noGrp="1"/>
          </p:cNvSpPr>
          <p:nvPr>
            <p:ph type="body" sz="quarter" idx="30"/>
          </p:nvPr>
        </p:nvSpPr>
        <p:spPr>
          <a:xfrm>
            <a:off x="1738206" y="4088710"/>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1" name="Text Placeholder 39"/>
          <p:cNvSpPr>
            <a:spLocks noGrp="1"/>
          </p:cNvSpPr>
          <p:nvPr>
            <p:ph type="body" sz="quarter" idx="33"/>
          </p:nvPr>
        </p:nvSpPr>
        <p:spPr>
          <a:xfrm>
            <a:off x="1738206" y="4725213"/>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2" name="Text Placeholder 39"/>
          <p:cNvSpPr>
            <a:spLocks noGrp="1"/>
          </p:cNvSpPr>
          <p:nvPr>
            <p:ph type="body" sz="quarter" idx="29"/>
          </p:nvPr>
        </p:nvSpPr>
        <p:spPr>
          <a:xfrm>
            <a:off x="6511651" y="2065422"/>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3" name="Text Placeholder 39"/>
          <p:cNvSpPr>
            <a:spLocks noGrp="1"/>
          </p:cNvSpPr>
          <p:nvPr>
            <p:ph type="body" sz="quarter" idx="34"/>
          </p:nvPr>
        </p:nvSpPr>
        <p:spPr>
          <a:xfrm>
            <a:off x="6511651" y="2705744"/>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4" name="Text Placeholder 39"/>
          <p:cNvSpPr>
            <a:spLocks noGrp="1"/>
          </p:cNvSpPr>
          <p:nvPr>
            <p:ph type="body" sz="quarter" idx="31"/>
          </p:nvPr>
        </p:nvSpPr>
        <p:spPr>
          <a:xfrm>
            <a:off x="6511651" y="4088710"/>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5" name="Text Placeholder 39"/>
          <p:cNvSpPr>
            <a:spLocks noGrp="1"/>
          </p:cNvSpPr>
          <p:nvPr>
            <p:ph type="body" sz="quarter" idx="35"/>
          </p:nvPr>
        </p:nvSpPr>
        <p:spPr>
          <a:xfrm>
            <a:off x="6511651" y="4725213"/>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186"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87"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88" name="Date Placeholder 7"/>
          <p:cNvSpPr>
            <a:spLocks noGrp="1"/>
          </p:cNvSpPr>
          <p:nvPr>
            <p:ph type="dt" sz="half" idx="36"/>
          </p:nvPr>
        </p:nvSpPr>
        <p:spPr/>
        <p:txBody>
          <a:bodyPr/>
          <a:p>
            <a:r>
              <a:rPr altLang="zh-CN" lang="en-US"/>
              <a:t>03/13/2025</a:t>
            </a:r>
          </a:p>
        </p:txBody>
      </p:sp>
      <p:sp>
        <p:nvSpPr>
          <p:cNvPr id="1049189" name="Footer Placeholder 8"/>
          <p:cNvSpPr>
            <a:spLocks noGrp="1"/>
          </p:cNvSpPr>
          <p:nvPr>
            <p:ph type="ftr" sz="quarter" idx="37"/>
          </p:nvPr>
        </p:nvSpPr>
        <p:spPr/>
        <p:txBody>
          <a:bodyPr/>
          <a:p>
            <a:r>
              <a:rPr altLang="zh-CN" lang="en-US"/>
              <a:t>Sample Footer Text</a:t>
            </a:r>
          </a:p>
        </p:txBody>
      </p:sp>
      <p:sp>
        <p:nvSpPr>
          <p:cNvPr id="1049190" name="Slide Number Placeholder 9"/>
          <p:cNvSpPr>
            <a:spLocks noGrp="1"/>
          </p:cNvSpPr>
          <p:nvPr>
            <p:ph type="sldNum" sz="half" idx="38"/>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00" name=""/>
        <p:cNvGrpSpPr/>
        <p:nvPr/>
      </p:nvGrpSpPr>
      <p:grpSpPr>
        <a:xfrm>
          <a:off x="0" y="0"/>
          <a:ext cx="0" cy="0"/>
          <a:chOff x="0" y="0"/>
          <a:chExt cx="0" cy="0"/>
        </a:xfrm>
      </p:grpSpPr>
      <p:sp>
        <p:nvSpPr>
          <p:cNvPr id="1048719"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8720" name="Text Placeholder 39"/>
          <p:cNvSpPr>
            <a:spLocks noGrp="1"/>
          </p:cNvSpPr>
          <p:nvPr>
            <p:ph type="body" sz="quarter" idx="27"/>
          </p:nvPr>
        </p:nvSpPr>
        <p:spPr>
          <a:xfrm>
            <a:off x="1738206" y="2065422"/>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1" name="Text Placeholder 39"/>
          <p:cNvSpPr>
            <a:spLocks noGrp="1"/>
          </p:cNvSpPr>
          <p:nvPr>
            <p:ph type="body" sz="quarter" idx="32"/>
          </p:nvPr>
        </p:nvSpPr>
        <p:spPr>
          <a:xfrm>
            <a:off x="1738206" y="2705744"/>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2" name="Text Placeholder 39"/>
          <p:cNvSpPr>
            <a:spLocks noGrp="1"/>
          </p:cNvSpPr>
          <p:nvPr>
            <p:ph type="body" sz="quarter" idx="30"/>
          </p:nvPr>
        </p:nvSpPr>
        <p:spPr>
          <a:xfrm>
            <a:off x="1738206" y="4088710"/>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3" name="Text Placeholder 39"/>
          <p:cNvSpPr>
            <a:spLocks noGrp="1"/>
          </p:cNvSpPr>
          <p:nvPr>
            <p:ph type="body" sz="quarter" idx="33"/>
          </p:nvPr>
        </p:nvSpPr>
        <p:spPr>
          <a:xfrm>
            <a:off x="1738206" y="4725213"/>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4" name="Text Placeholder 39"/>
          <p:cNvSpPr>
            <a:spLocks noGrp="1"/>
          </p:cNvSpPr>
          <p:nvPr>
            <p:ph type="body" sz="quarter" idx="29"/>
          </p:nvPr>
        </p:nvSpPr>
        <p:spPr>
          <a:xfrm>
            <a:off x="6511651" y="2065422"/>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5" name="Text Placeholder 39"/>
          <p:cNvSpPr>
            <a:spLocks noGrp="1"/>
          </p:cNvSpPr>
          <p:nvPr>
            <p:ph type="body" sz="quarter" idx="34"/>
          </p:nvPr>
        </p:nvSpPr>
        <p:spPr>
          <a:xfrm>
            <a:off x="6511651" y="2705744"/>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6" name="Text Placeholder 39"/>
          <p:cNvSpPr>
            <a:spLocks noGrp="1"/>
          </p:cNvSpPr>
          <p:nvPr>
            <p:ph type="body" sz="quarter" idx="31"/>
          </p:nvPr>
        </p:nvSpPr>
        <p:spPr>
          <a:xfrm>
            <a:off x="6511651" y="4088710"/>
            <a:ext cx="3914265" cy="515847"/>
          </a:xfrm>
        </p:spPr>
        <p:txBody>
          <a:bodyPr anchor="b"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7" name="Text Placeholder 39"/>
          <p:cNvSpPr>
            <a:spLocks noGrp="1"/>
          </p:cNvSpPr>
          <p:nvPr>
            <p:ph type="body" sz="quarter" idx="35"/>
          </p:nvPr>
        </p:nvSpPr>
        <p:spPr>
          <a:xfrm>
            <a:off x="6511651" y="4725213"/>
            <a:ext cx="3914265" cy="1254664"/>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28" name="Freeform 10"/>
          <p:cNvSpPr/>
          <p:nvPr userDrawn="1"/>
        </p:nvSpPr>
        <p:spPr>
          <a:xfrm>
            <a:off x="0" y="613410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29"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30" name="Date Placeholder 7"/>
          <p:cNvSpPr>
            <a:spLocks noGrp="1"/>
          </p:cNvSpPr>
          <p:nvPr>
            <p:ph type="dt" sz="half" idx="36"/>
          </p:nvPr>
        </p:nvSpPr>
        <p:spPr/>
        <p:txBody>
          <a:bodyPr/>
          <a:p>
            <a:r>
              <a:rPr altLang="zh-CN" lang="en-US"/>
              <a:t>03/13/2025</a:t>
            </a:r>
          </a:p>
        </p:txBody>
      </p:sp>
      <p:sp>
        <p:nvSpPr>
          <p:cNvPr id="1048731" name="Footer Placeholder 8"/>
          <p:cNvSpPr>
            <a:spLocks noGrp="1"/>
          </p:cNvSpPr>
          <p:nvPr>
            <p:ph type="ftr" sz="quarter" idx="37"/>
          </p:nvPr>
        </p:nvSpPr>
        <p:spPr/>
        <p:txBody>
          <a:bodyPr/>
          <a:p>
            <a:r>
              <a:rPr altLang="zh-CN" lang="en-US"/>
              <a:t>Sample Footer Text</a:t>
            </a:r>
          </a:p>
        </p:txBody>
      </p:sp>
      <p:sp>
        <p:nvSpPr>
          <p:cNvPr id="1048732" name="Slide Number Placeholder 9"/>
          <p:cNvSpPr>
            <a:spLocks noGrp="1"/>
          </p:cNvSpPr>
          <p:nvPr>
            <p:ph type="sldNum" sz="half" idx="38"/>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87" name=""/>
        <p:cNvGrpSpPr/>
        <p:nvPr/>
      </p:nvGrpSpPr>
      <p:grpSpPr>
        <a:xfrm>
          <a:off x="0" y="0"/>
          <a:ext cx="0" cy="0"/>
          <a:chOff x="0" y="0"/>
          <a:chExt cx="0" cy="0"/>
        </a:xfrm>
      </p:grpSpPr>
      <p:sp>
        <p:nvSpPr>
          <p:cNvPr id="1048645" name="Title 1"/>
          <p:cNvSpPr>
            <a:spLocks noGrp="1"/>
          </p:cNvSpPr>
          <p:nvPr>
            <p:ph type="title"/>
          </p:nvPr>
        </p:nvSpPr>
        <p:spPr>
          <a:xfrm>
            <a:off x="844000" y="886783"/>
            <a:ext cx="10504000" cy="1132258"/>
          </a:xfrm>
        </p:spPr>
        <p:txBody>
          <a:bodyPr anchor="ctr" bIns="0" lIns="0" rIns="0" tIns="0">
            <a:noAutofit/>
          </a:bodyPr>
          <a:lstStyle>
            <a:lvl1pPr algn="l">
              <a:defRPr baseline="0" b="0" sz="3600"/>
            </a:lvl1pPr>
          </a:lstStyle>
          <a:p>
            <a:r>
              <a:rPr lang="en-US"/>
              <a:t>Click to edit Master title style</a:t>
            </a:r>
          </a:p>
        </p:txBody>
      </p:sp>
      <p:sp>
        <p:nvSpPr>
          <p:cNvPr id="1048646" name="Text Placeholder 39"/>
          <p:cNvSpPr>
            <a:spLocks noGrp="1"/>
          </p:cNvSpPr>
          <p:nvPr>
            <p:ph type="body" sz="quarter" idx="27"/>
          </p:nvPr>
        </p:nvSpPr>
        <p:spPr>
          <a:xfrm>
            <a:off x="844001" y="2064569"/>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47" name="Text Placeholder 39"/>
          <p:cNvSpPr>
            <a:spLocks noGrp="1"/>
          </p:cNvSpPr>
          <p:nvPr>
            <p:ph type="body" sz="quarter" idx="32"/>
          </p:nvPr>
        </p:nvSpPr>
        <p:spPr>
          <a:xfrm>
            <a:off x="844001" y="2966508"/>
            <a:ext cx="3241113" cy="1110012"/>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48" name="Text Placeholder 39"/>
          <p:cNvSpPr>
            <a:spLocks noGrp="1"/>
          </p:cNvSpPr>
          <p:nvPr>
            <p:ph type="body" sz="quarter" idx="28"/>
          </p:nvPr>
        </p:nvSpPr>
        <p:spPr>
          <a:xfrm>
            <a:off x="844000" y="4159453"/>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49" name="Text Placeholder 39"/>
          <p:cNvSpPr>
            <a:spLocks noGrp="1"/>
          </p:cNvSpPr>
          <p:nvPr>
            <p:ph type="body" sz="quarter" idx="34"/>
          </p:nvPr>
        </p:nvSpPr>
        <p:spPr>
          <a:xfrm>
            <a:off x="844001" y="5061042"/>
            <a:ext cx="3241113" cy="1110012"/>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50" name="Text Placeholder 39"/>
          <p:cNvSpPr>
            <a:spLocks noGrp="1"/>
          </p:cNvSpPr>
          <p:nvPr>
            <p:ph type="body" sz="quarter" idx="29"/>
          </p:nvPr>
        </p:nvSpPr>
        <p:spPr>
          <a:xfrm>
            <a:off x="4306882" y="2064569"/>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51" name="Text Placeholder 39"/>
          <p:cNvSpPr>
            <a:spLocks noGrp="1"/>
          </p:cNvSpPr>
          <p:nvPr>
            <p:ph type="body" sz="quarter" idx="33"/>
          </p:nvPr>
        </p:nvSpPr>
        <p:spPr>
          <a:xfrm>
            <a:off x="4306883" y="2966508"/>
            <a:ext cx="3241113" cy="1110012"/>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52" name="Text Placeholder 39"/>
          <p:cNvSpPr>
            <a:spLocks noGrp="1"/>
          </p:cNvSpPr>
          <p:nvPr>
            <p:ph type="body" sz="quarter" idx="30"/>
          </p:nvPr>
        </p:nvSpPr>
        <p:spPr>
          <a:xfrm>
            <a:off x="4306882" y="4159453"/>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53" name="Text Placeholder 39"/>
          <p:cNvSpPr>
            <a:spLocks noGrp="1"/>
          </p:cNvSpPr>
          <p:nvPr>
            <p:ph type="body" sz="quarter" idx="35"/>
          </p:nvPr>
        </p:nvSpPr>
        <p:spPr>
          <a:xfrm>
            <a:off x="4306883" y="5061042"/>
            <a:ext cx="3241113" cy="1110012"/>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54" name="Picture Placeholder 33"/>
          <p:cNvSpPr>
            <a:spLocks noGrp="1"/>
          </p:cNvSpPr>
          <p:nvPr>
            <p:ph type="pic" sz="quarter" idx="21"/>
          </p:nvPr>
        </p:nvSpPr>
        <p:spPr>
          <a:xfrm>
            <a:off x="8093484" y="2457906"/>
            <a:ext cx="3171870" cy="3713149"/>
          </a:xfrm>
          <a:custGeom>
            <a:avLst/>
            <a:gdLst>
              <a:gd name="connsiteX0" fmla="*/ 0 w 3171870"/>
              <a:gd name="connsiteY0" fmla="*/ 0 h 3713149"/>
              <a:gd name="connsiteX1" fmla="*/ 3171870 w 3171870"/>
              <a:gd name="connsiteY1" fmla="*/ 0 h 3713149"/>
              <a:gd name="connsiteX2" fmla="*/ 3171870 w 3171870"/>
              <a:gd name="connsiteY2" fmla="*/ 3713149 h 3713149"/>
              <a:gd name="connsiteX3" fmla="*/ 0 w 3171870"/>
              <a:gd name="connsiteY3" fmla="*/ 3713149 h 3713149"/>
            </a:gdLst>
            <a:ahLst/>
            <a:cxnLst>
              <a:cxn ang="0">
                <a:pos x="connsiteX0" y="connsiteY0"/>
              </a:cxn>
              <a:cxn ang="0">
                <a:pos x="connsiteX1" y="connsiteY1"/>
              </a:cxn>
              <a:cxn ang="0">
                <a:pos x="connsiteX2" y="connsiteY2"/>
              </a:cxn>
              <a:cxn ang="0">
                <a:pos x="connsiteX3" y="connsiteY3"/>
              </a:cxn>
            </a:cxnLst>
            <a:rect l="l" t="t" r="r" b="b"/>
            <a:pathLst>
              <a:path w="3171870" h="3713149">
                <a:moveTo>
                  <a:pt x="0" y="0"/>
                </a:moveTo>
                <a:lnTo>
                  <a:pt x="3171870" y="0"/>
                </a:lnTo>
                <a:lnTo>
                  <a:pt x="3171870" y="3713149"/>
                </a:lnTo>
                <a:lnTo>
                  <a:pt x="0" y="3713149"/>
                </a:lnTo>
                <a:close/>
              </a:path>
            </a:pathLst>
          </a:custGeom>
        </p:spPr>
        <p:txBody>
          <a:bodyPr wrap="square">
            <a:noAutofit/>
          </a:bodyPr>
          <a:p>
            <a:endParaRPr lang="en-US"/>
          </a:p>
        </p:txBody>
      </p:sp>
      <p:sp>
        <p:nvSpPr>
          <p:cNvPr id="1048655" name="Freeform 10"/>
          <p:cNvSpPr/>
          <p:nvPr userDrawn="1"/>
        </p:nvSpPr>
        <p:spPr>
          <a:xfrm>
            <a:off x="0" y="6173664"/>
            <a:ext cx="844000" cy="684336"/>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656" name="Freeform: Shape 6"/>
          <p:cNvSpPr/>
          <p:nvPr userDrawn="1"/>
        </p:nvSpPr>
        <p:spPr>
          <a:xfrm>
            <a:off x="2" y="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p>
            <a:endParaRPr altLang="en-US" lang="zh-CN"/>
          </a:p>
        </p:txBody>
      </p:sp>
      <p:sp>
        <p:nvSpPr>
          <p:cNvPr id="1048657" name="Freeform 17"/>
          <p:cNvSpPr/>
          <p:nvPr userDrawn="1"/>
        </p:nvSpPr>
        <p:spPr>
          <a:xfrm flipV="1">
            <a:off x="0"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658" name="Date Placeholder 5"/>
          <p:cNvSpPr>
            <a:spLocks noGrp="1"/>
          </p:cNvSpPr>
          <p:nvPr>
            <p:ph type="dt" sz="half" idx="36"/>
          </p:nvPr>
        </p:nvSpPr>
        <p:spPr/>
        <p:txBody>
          <a:bodyPr/>
          <a:p>
            <a:r>
              <a:rPr altLang="zh-CN" lang="en-US"/>
              <a:t>03/13/2025</a:t>
            </a:r>
          </a:p>
        </p:txBody>
      </p:sp>
      <p:sp>
        <p:nvSpPr>
          <p:cNvPr id="1048659" name="Footer Placeholder 7"/>
          <p:cNvSpPr>
            <a:spLocks noGrp="1"/>
          </p:cNvSpPr>
          <p:nvPr>
            <p:ph type="ftr" sz="quarter" idx="37"/>
          </p:nvPr>
        </p:nvSpPr>
        <p:spPr/>
        <p:txBody>
          <a:bodyPr/>
          <a:p>
            <a:r>
              <a:rPr altLang="zh-CN" lang="en-US"/>
              <a:t>Sample Footer Text</a:t>
            </a:r>
          </a:p>
        </p:txBody>
      </p:sp>
      <p:sp>
        <p:nvSpPr>
          <p:cNvPr id="1048660" name="Slide Number Placeholder 8"/>
          <p:cNvSpPr>
            <a:spLocks noGrp="1"/>
          </p:cNvSpPr>
          <p:nvPr>
            <p:ph type="sldNum" sz="half" idx="38"/>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3-item Lists 5">
    <p:spTree>
      <p:nvGrpSpPr>
        <p:cNvPr id="94" name=""/>
        <p:cNvGrpSpPr/>
        <p:nvPr/>
      </p:nvGrpSpPr>
      <p:grpSpPr>
        <a:xfrm>
          <a:off x="0" y="0"/>
          <a:ext cx="0" cy="0"/>
          <a:chOff x="0" y="0"/>
          <a:chExt cx="0" cy="0"/>
        </a:xfrm>
      </p:grpSpPr>
      <p:sp>
        <p:nvSpPr>
          <p:cNvPr id="1048678"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8679" name="Picture Placeholder 22"/>
          <p:cNvSpPr>
            <a:spLocks noGrp="1"/>
          </p:cNvSpPr>
          <p:nvPr>
            <p:ph type="pic" sz="quarter" idx="39"/>
          </p:nvPr>
        </p:nvSpPr>
        <p:spPr>
          <a:xfrm>
            <a:off x="132233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8680" name="Text Placeholder 39"/>
          <p:cNvSpPr>
            <a:spLocks noGrp="1"/>
          </p:cNvSpPr>
          <p:nvPr>
            <p:ph type="body" sz="quarter" idx="27"/>
          </p:nvPr>
        </p:nvSpPr>
        <p:spPr>
          <a:xfrm>
            <a:off x="849311"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81" name="Text Placeholder 39"/>
          <p:cNvSpPr>
            <a:spLocks noGrp="1"/>
          </p:cNvSpPr>
          <p:nvPr>
            <p:ph type="body" sz="quarter" idx="32"/>
          </p:nvPr>
        </p:nvSpPr>
        <p:spPr>
          <a:xfrm>
            <a:off x="844000" y="4772803"/>
            <a:ext cx="2386947" cy="1109791"/>
          </a:xfrm>
        </p:spPr>
        <p:txBody>
          <a:bodyPr anchor="t" bIns="0" lIns="0" rIns="0" tIns="0">
            <a:noAutofit/>
          </a:bodyPr>
          <a:lstStyle>
            <a:lvl1pPr algn="ctr"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82" name="Picture Placeholder 23"/>
          <p:cNvSpPr>
            <a:spLocks noGrp="1"/>
          </p:cNvSpPr>
          <p:nvPr>
            <p:ph type="pic" sz="quarter" idx="40"/>
          </p:nvPr>
        </p:nvSpPr>
        <p:spPr>
          <a:xfrm>
            <a:off x="4017396"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8683" name="Text Placeholder 39"/>
          <p:cNvSpPr>
            <a:spLocks noGrp="1"/>
          </p:cNvSpPr>
          <p:nvPr>
            <p:ph type="body" sz="quarter" idx="43"/>
          </p:nvPr>
        </p:nvSpPr>
        <p:spPr>
          <a:xfrm>
            <a:off x="3544373"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84" name="Text Placeholder 39"/>
          <p:cNvSpPr>
            <a:spLocks noGrp="1"/>
          </p:cNvSpPr>
          <p:nvPr>
            <p:ph type="body" sz="quarter" idx="44"/>
          </p:nvPr>
        </p:nvSpPr>
        <p:spPr>
          <a:xfrm>
            <a:off x="3544373"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85" name="Picture Placeholder 24"/>
          <p:cNvSpPr>
            <a:spLocks noGrp="1"/>
          </p:cNvSpPr>
          <p:nvPr>
            <p:ph type="pic" sz="quarter" idx="41"/>
          </p:nvPr>
        </p:nvSpPr>
        <p:spPr>
          <a:xfrm>
            <a:off x="6723080"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8686" name="Text Placeholder 39"/>
          <p:cNvSpPr>
            <a:spLocks noGrp="1"/>
          </p:cNvSpPr>
          <p:nvPr>
            <p:ph type="body" sz="quarter" idx="45"/>
          </p:nvPr>
        </p:nvSpPr>
        <p:spPr>
          <a:xfrm>
            <a:off x="6250057"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87" name="Text Placeholder 39"/>
          <p:cNvSpPr>
            <a:spLocks noGrp="1"/>
          </p:cNvSpPr>
          <p:nvPr>
            <p:ph type="body" sz="quarter" idx="46"/>
          </p:nvPr>
        </p:nvSpPr>
        <p:spPr>
          <a:xfrm>
            <a:off x="6250057" y="4772803"/>
            <a:ext cx="2386947" cy="1109791"/>
          </a:xfrm>
        </p:spPr>
        <p:txBody>
          <a:bodyPr anchor="t" bIns="0" lIns="0" rIns="0" tIns="0">
            <a:noAutofit/>
          </a:bodyPr>
          <a:lstStyle>
            <a:lvl1pPr algn="ctr"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88" name="Picture Placeholder 25"/>
          <p:cNvSpPr>
            <a:spLocks noGrp="1"/>
          </p:cNvSpPr>
          <p:nvPr>
            <p:ph type="pic" sz="quarter" idx="42"/>
          </p:nvPr>
        </p:nvSpPr>
        <p:spPr>
          <a:xfrm>
            <a:off x="942876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8689" name="Text Placeholder 39"/>
          <p:cNvSpPr>
            <a:spLocks noGrp="1"/>
          </p:cNvSpPr>
          <p:nvPr>
            <p:ph type="body" sz="quarter" idx="48"/>
          </p:nvPr>
        </p:nvSpPr>
        <p:spPr>
          <a:xfrm>
            <a:off x="8955741"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90" name="Text Placeholder 39"/>
          <p:cNvSpPr>
            <a:spLocks noGrp="1"/>
          </p:cNvSpPr>
          <p:nvPr>
            <p:ph type="body" sz="quarter" idx="47"/>
          </p:nvPr>
        </p:nvSpPr>
        <p:spPr>
          <a:xfrm>
            <a:off x="8955741"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691" name="Freeform 10"/>
          <p:cNvSpPr/>
          <p:nvPr userDrawn="1"/>
        </p:nvSpPr>
        <p:spPr>
          <a:xfrm>
            <a:off x="11292000" y="5958000"/>
            <a:ext cx="900000" cy="900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692" name="Freeform 10"/>
          <p:cNvSpPr/>
          <p:nvPr userDrawn="1"/>
        </p:nvSpPr>
        <p:spPr>
          <a:xfrm>
            <a:off x="0" y="0"/>
            <a:ext cx="900000" cy="900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693" name="Date Placeholder 7"/>
          <p:cNvSpPr>
            <a:spLocks noGrp="1"/>
          </p:cNvSpPr>
          <p:nvPr>
            <p:ph type="dt" sz="half" idx="49"/>
          </p:nvPr>
        </p:nvSpPr>
        <p:spPr/>
        <p:txBody>
          <a:bodyPr/>
          <a:p>
            <a:r>
              <a:rPr altLang="zh-CN" lang="en-US"/>
              <a:t>03/13/2025</a:t>
            </a:r>
          </a:p>
        </p:txBody>
      </p:sp>
      <p:sp>
        <p:nvSpPr>
          <p:cNvPr id="1048694" name="Footer Placeholder 8"/>
          <p:cNvSpPr>
            <a:spLocks noGrp="1"/>
          </p:cNvSpPr>
          <p:nvPr>
            <p:ph type="ftr" sz="quarter" idx="50"/>
          </p:nvPr>
        </p:nvSpPr>
        <p:spPr/>
        <p:txBody>
          <a:bodyPr/>
          <a:p>
            <a:r>
              <a:rPr altLang="zh-CN" lang="en-US"/>
              <a:t>Sample Footer Text</a:t>
            </a:r>
          </a:p>
        </p:txBody>
      </p:sp>
      <p:sp>
        <p:nvSpPr>
          <p:cNvPr id="1048695" name="Slide Number Placeholder 9"/>
          <p:cNvSpPr>
            <a:spLocks noGrp="1"/>
          </p:cNvSpPr>
          <p:nvPr>
            <p:ph type="sldNum" sz="half" idx="51"/>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3-item Lists, Photo ">
    <p:spTree>
      <p:nvGrpSpPr>
        <p:cNvPr id="109" name=""/>
        <p:cNvGrpSpPr/>
        <p:nvPr/>
      </p:nvGrpSpPr>
      <p:grpSpPr>
        <a:xfrm>
          <a:off x="0" y="0"/>
          <a:ext cx="0" cy="0"/>
          <a:chOff x="0" y="0"/>
          <a:chExt cx="0" cy="0"/>
        </a:xfrm>
      </p:grpSpPr>
      <p:sp>
        <p:nvSpPr>
          <p:cNvPr id="1048795"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8796" name="Text Placeholder 39"/>
          <p:cNvSpPr>
            <a:spLocks noGrp="1"/>
          </p:cNvSpPr>
          <p:nvPr>
            <p:ph type="body" sz="quarter" idx="27"/>
          </p:nvPr>
        </p:nvSpPr>
        <p:spPr>
          <a:xfrm>
            <a:off x="1405952" y="2154648"/>
            <a:ext cx="3838002" cy="59498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97" name="Text Placeholder 39"/>
          <p:cNvSpPr>
            <a:spLocks noGrp="1"/>
          </p:cNvSpPr>
          <p:nvPr>
            <p:ph type="body" sz="quarter" idx="32"/>
          </p:nvPr>
        </p:nvSpPr>
        <p:spPr>
          <a:xfrm>
            <a:off x="1405954" y="2874105"/>
            <a:ext cx="3838000" cy="1313002"/>
          </a:xfrm>
        </p:spPr>
        <p:txBody>
          <a:bodyPr anchor="t" bIns="0" lIns="0" rIns="0" tIns="0">
            <a:noAutofit/>
          </a:bodyPr>
          <a:lstStyle>
            <a:lvl1pPr algn="l"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98" name="Text Placeholder 39"/>
          <p:cNvSpPr>
            <a:spLocks noGrp="1"/>
          </p:cNvSpPr>
          <p:nvPr>
            <p:ph type="body" sz="quarter" idx="35"/>
          </p:nvPr>
        </p:nvSpPr>
        <p:spPr>
          <a:xfrm>
            <a:off x="1405954" y="4326807"/>
            <a:ext cx="3838002" cy="59498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799" name="Text Placeholder 39"/>
          <p:cNvSpPr>
            <a:spLocks noGrp="1"/>
          </p:cNvSpPr>
          <p:nvPr>
            <p:ph type="body" sz="quarter" idx="36"/>
          </p:nvPr>
        </p:nvSpPr>
        <p:spPr>
          <a:xfrm>
            <a:off x="1405954" y="5046264"/>
            <a:ext cx="3838000" cy="1313002"/>
          </a:xfrm>
        </p:spPr>
        <p:txBody>
          <a:bodyPr anchor="t" bIns="0" lIns="0" rIns="0" tIns="0">
            <a:noAutofit/>
          </a:bodyPr>
          <a:lstStyle>
            <a:lvl1pPr algn="l"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00" name="Text Placeholder 39"/>
          <p:cNvSpPr>
            <a:spLocks noGrp="1"/>
          </p:cNvSpPr>
          <p:nvPr>
            <p:ph type="body" sz="quarter" idx="33"/>
          </p:nvPr>
        </p:nvSpPr>
        <p:spPr>
          <a:xfrm>
            <a:off x="6855395" y="2154648"/>
            <a:ext cx="3838002" cy="594981"/>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01" name="Text Placeholder 39"/>
          <p:cNvSpPr>
            <a:spLocks noGrp="1"/>
          </p:cNvSpPr>
          <p:nvPr>
            <p:ph type="body" sz="quarter" idx="34"/>
          </p:nvPr>
        </p:nvSpPr>
        <p:spPr>
          <a:xfrm>
            <a:off x="6855395" y="2874105"/>
            <a:ext cx="3838000" cy="1313002"/>
          </a:xfrm>
        </p:spPr>
        <p:txBody>
          <a:bodyPr anchor="t" bIns="0" lIns="0" rIns="0" tIns="0">
            <a:noAutofit/>
          </a:bodyPr>
          <a:lstStyle>
            <a:lvl1pPr algn="l"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02" name="Picture Placeholder 26"/>
          <p:cNvSpPr>
            <a:spLocks noGrp="1"/>
          </p:cNvSpPr>
          <p:nvPr>
            <p:ph type="pic" sz="quarter" idx="37"/>
          </p:nvPr>
        </p:nvSpPr>
        <p:spPr>
          <a:xfrm>
            <a:off x="6855393" y="4443647"/>
            <a:ext cx="3930649" cy="1778549"/>
          </a:xfrm>
          <a:custGeom>
            <a:avLst/>
            <a:gdLst>
              <a:gd name="connsiteX0" fmla="*/ 0 w 3930649"/>
              <a:gd name="connsiteY0" fmla="*/ 0 h 1778549"/>
              <a:gd name="connsiteX1" fmla="*/ 3930649 w 3930649"/>
              <a:gd name="connsiteY1" fmla="*/ 0 h 1778549"/>
              <a:gd name="connsiteX2" fmla="*/ 3930649 w 3930649"/>
              <a:gd name="connsiteY2" fmla="*/ 1778549 h 1778549"/>
              <a:gd name="connsiteX3" fmla="*/ 0 w 3930649"/>
              <a:gd name="connsiteY3" fmla="*/ 1778549 h 1778549"/>
            </a:gdLst>
            <a:ahLst/>
            <a:cxnLst>
              <a:cxn ang="0">
                <a:pos x="connsiteX0" y="connsiteY0"/>
              </a:cxn>
              <a:cxn ang="0">
                <a:pos x="connsiteX1" y="connsiteY1"/>
              </a:cxn>
              <a:cxn ang="0">
                <a:pos x="connsiteX2" y="connsiteY2"/>
              </a:cxn>
              <a:cxn ang="0">
                <a:pos x="connsiteX3" y="connsiteY3"/>
              </a:cxn>
            </a:cxnLst>
            <a:rect l="l" t="t" r="r" b="b"/>
            <a:pathLst>
              <a:path w="3930649" h="1778549">
                <a:moveTo>
                  <a:pt x="0" y="0"/>
                </a:moveTo>
                <a:lnTo>
                  <a:pt x="3930649" y="0"/>
                </a:lnTo>
                <a:lnTo>
                  <a:pt x="3930649" y="1778549"/>
                </a:lnTo>
                <a:lnTo>
                  <a:pt x="0" y="1778549"/>
                </a:lnTo>
                <a:close/>
              </a:path>
            </a:pathLst>
          </a:custGeom>
        </p:spPr>
        <p:txBody>
          <a:bodyPr wrap="square">
            <a:noAutofit/>
          </a:bodyPr>
          <a:p>
            <a:endParaRPr lang="en-US"/>
          </a:p>
        </p:txBody>
      </p:sp>
      <p:sp>
        <p:nvSpPr>
          <p:cNvPr id="1048803" name="Freeform 10"/>
          <p:cNvSpPr/>
          <p:nvPr userDrawn="1"/>
        </p:nvSpPr>
        <p:spPr>
          <a:xfrm>
            <a:off x="0" y="5958000"/>
            <a:ext cx="900000" cy="900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04" name="Freeform 10"/>
          <p:cNvSpPr/>
          <p:nvPr userDrawn="1"/>
        </p:nvSpPr>
        <p:spPr>
          <a:xfrm>
            <a:off x="11292000" y="0"/>
            <a:ext cx="900000" cy="900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05" name="Date Placeholder 7"/>
          <p:cNvSpPr>
            <a:spLocks noGrp="1"/>
          </p:cNvSpPr>
          <p:nvPr>
            <p:ph type="dt" sz="half" idx="38"/>
          </p:nvPr>
        </p:nvSpPr>
        <p:spPr/>
        <p:txBody>
          <a:bodyPr/>
          <a:p>
            <a:r>
              <a:rPr altLang="zh-CN" lang="en-US"/>
              <a:t>03/13/2025</a:t>
            </a:r>
          </a:p>
        </p:txBody>
      </p:sp>
      <p:sp>
        <p:nvSpPr>
          <p:cNvPr id="1048806" name="Footer Placeholder 8"/>
          <p:cNvSpPr>
            <a:spLocks noGrp="1"/>
          </p:cNvSpPr>
          <p:nvPr>
            <p:ph type="ftr" sz="quarter" idx="39"/>
          </p:nvPr>
        </p:nvSpPr>
        <p:spPr/>
        <p:txBody>
          <a:bodyPr/>
          <a:p>
            <a:r>
              <a:rPr altLang="zh-CN" lang="en-US"/>
              <a:t>Sample Footer Text</a:t>
            </a:r>
          </a:p>
        </p:txBody>
      </p:sp>
      <p:sp>
        <p:nvSpPr>
          <p:cNvPr id="1048807" name="Slide Number Placeholder 9"/>
          <p:cNvSpPr>
            <a:spLocks noGrp="1"/>
          </p:cNvSpPr>
          <p:nvPr>
            <p:ph type="sldNum" sz="half" idx="40"/>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4-item Lists 6">
    <p:spTree>
      <p:nvGrpSpPr>
        <p:cNvPr id="118" name=""/>
        <p:cNvGrpSpPr/>
        <p:nvPr/>
      </p:nvGrpSpPr>
      <p:grpSpPr>
        <a:xfrm>
          <a:off x="0" y="0"/>
          <a:ext cx="0" cy="0"/>
          <a:chOff x="0" y="0"/>
          <a:chExt cx="0" cy="0"/>
        </a:xfrm>
      </p:grpSpPr>
      <p:sp>
        <p:nvSpPr>
          <p:cNvPr id="1048887" name="Title 1"/>
          <p:cNvSpPr>
            <a:spLocks noGrp="1"/>
          </p:cNvSpPr>
          <p:nvPr>
            <p:ph type="title"/>
          </p:nvPr>
        </p:nvSpPr>
        <p:spPr>
          <a:xfrm>
            <a:off x="844000" y="886783"/>
            <a:ext cx="10504000" cy="1132258"/>
          </a:xfrm>
        </p:spPr>
        <p:txBody>
          <a:bodyPr anchor="ctr" bIns="0" lIns="0" rIns="0" tIns="0">
            <a:noAutofit/>
          </a:bodyPr>
          <a:lstStyle>
            <a:lvl1pPr algn="l">
              <a:defRPr baseline="0" b="0" sz="3600"/>
            </a:lvl1pPr>
          </a:lstStyle>
          <a:p>
            <a:r>
              <a:rPr lang="en-US"/>
              <a:t>Click to edit Master title style</a:t>
            </a:r>
          </a:p>
        </p:txBody>
      </p:sp>
      <p:sp>
        <p:nvSpPr>
          <p:cNvPr id="1048888" name="Text Placeholder 39"/>
          <p:cNvSpPr>
            <a:spLocks noGrp="1"/>
          </p:cNvSpPr>
          <p:nvPr>
            <p:ph type="body" sz="quarter" idx="27"/>
          </p:nvPr>
        </p:nvSpPr>
        <p:spPr>
          <a:xfrm>
            <a:off x="844001" y="2064569"/>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89" name="Text Placeholder 39"/>
          <p:cNvSpPr>
            <a:spLocks noGrp="1"/>
          </p:cNvSpPr>
          <p:nvPr>
            <p:ph type="body" sz="quarter" idx="32"/>
          </p:nvPr>
        </p:nvSpPr>
        <p:spPr>
          <a:xfrm>
            <a:off x="844001" y="2966508"/>
            <a:ext cx="3241113" cy="1110012"/>
          </a:xfrm>
        </p:spPr>
        <p:txBody>
          <a:bodyPr anchor="t" bIns="0" lIns="0" rIns="0" tIns="0">
            <a:noAutofit/>
          </a:bodyPr>
          <a:lstStyle>
            <a:lvl1pPr algn="l"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0" name="Text Placeholder 39"/>
          <p:cNvSpPr>
            <a:spLocks noGrp="1"/>
          </p:cNvSpPr>
          <p:nvPr>
            <p:ph type="body" sz="quarter" idx="28"/>
          </p:nvPr>
        </p:nvSpPr>
        <p:spPr>
          <a:xfrm>
            <a:off x="844000" y="4159453"/>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1" name="Text Placeholder 39"/>
          <p:cNvSpPr>
            <a:spLocks noGrp="1"/>
          </p:cNvSpPr>
          <p:nvPr>
            <p:ph type="body" sz="quarter" idx="34"/>
          </p:nvPr>
        </p:nvSpPr>
        <p:spPr>
          <a:xfrm>
            <a:off x="844001" y="5061042"/>
            <a:ext cx="3241113" cy="1110012"/>
          </a:xfrm>
        </p:spPr>
        <p:txBody>
          <a:bodyPr anchor="t" bIns="0" lIns="0" rIns="0" tIns="0">
            <a:noAutofit/>
          </a:bodyPr>
          <a:lstStyle>
            <a:lvl1pPr algn="l"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2" name="Text Placeholder 39"/>
          <p:cNvSpPr>
            <a:spLocks noGrp="1"/>
          </p:cNvSpPr>
          <p:nvPr>
            <p:ph type="body" sz="quarter" idx="29"/>
          </p:nvPr>
        </p:nvSpPr>
        <p:spPr>
          <a:xfrm>
            <a:off x="4306882" y="2064569"/>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3" name="Text Placeholder 39"/>
          <p:cNvSpPr>
            <a:spLocks noGrp="1"/>
          </p:cNvSpPr>
          <p:nvPr>
            <p:ph type="body" sz="quarter" idx="33"/>
          </p:nvPr>
        </p:nvSpPr>
        <p:spPr>
          <a:xfrm>
            <a:off x="4306883" y="2966508"/>
            <a:ext cx="3241113" cy="1110012"/>
          </a:xfrm>
        </p:spPr>
        <p:txBody>
          <a:bodyPr anchor="t" bIns="0" lIns="0" rIns="0" tIns="0">
            <a:noAutofit/>
          </a:bodyPr>
          <a:lstStyle>
            <a:lvl1pPr algn="l"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4" name="Text Placeholder 39"/>
          <p:cNvSpPr>
            <a:spLocks noGrp="1"/>
          </p:cNvSpPr>
          <p:nvPr>
            <p:ph type="body" sz="quarter" idx="30"/>
          </p:nvPr>
        </p:nvSpPr>
        <p:spPr>
          <a:xfrm>
            <a:off x="4306882" y="4159453"/>
            <a:ext cx="3241114" cy="776526"/>
          </a:xfrm>
        </p:spPr>
        <p:txBody>
          <a:bodyPr anchor="b" bIns="0" lIns="0" rIns="0" tIns="0">
            <a:noAutofit/>
          </a:bodyPr>
          <a:lstStyle>
            <a:lvl1pPr algn="l"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5" name="Text Placeholder 39"/>
          <p:cNvSpPr>
            <a:spLocks noGrp="1"/>
          </p:cNvSpPr>
          <p:nvPr>
            <p:ph type="body" sz="quarter" idx="35"/>
          </p:nvPr>
        </p:nvSpPr>
        <p:spPr>
          <a:xfrm>
            <a:off x="4306883" y="5061042"/>
            <a:ext cx="3241113" cy="1110012"/>
          </a:xfrm>
        </p:spPr>
        <p:txBody>
          <a:bodyPr anchor="t" bIns="0" lIns="0" rIns="0" tIns="0">
            <a:noAutofit/>
          </a:bodyPr>
          <a:lstStyle>
            <a:lvl1pPr algn="l"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96" name="Picture Placeholder 19"/>
          <p:cNvSpPr>
            <a:spLocks noGrp="1"/>
          </p:cNvSpPr>
          <p:nvPr>
            <p:ph type="pic" sz="quarter" idx="21"/>
          </p:nvPr>
        </p:nvSpPr>
        <p:spPr>
          <a:xfrm>
            <a:off x="8093484" y="2457906"/>
            <a:ext cx="3171870" cy="3713149"/>
          </a:xfrm>
          <a:custGeom>
            <a:avLst/>
            <a:gdLst>
              <a:gd name="connsiteX0" fmla="*/ 0 w 3171870"/>
              <a:gd name="connsiteY0" fmla="*/ 0 h 3713149"/>
              <a:gd name="connsiteX1" fmla="*/ 3171870 w 3171870"/>
              <a:gd name="connsiteY1" fmla="*/ 0 h 3713149"/>
              <a:gd name="connsiteX2" fmla="*/ 3171870 w 3171870"/>
              <a:gd name="connsiteY2" fmla="*/ 3713149 h 3713149"/>
              <a:gd name="connsiteX3" fmla="*/ 0 w 3171870"/>
              <a:gd name="connsiteY3" fmla="*/ 3713149 h 3713149"/>
            </a:gdLst>
            <a:ahLst/>
            <a:cxnLst>
              <a:cxn ang="0">
                <a:pos x="connsiteX0" y="connsiteY0"/>
              </a:cxn>
              <a:cxn ang="0">
                <a:pos x="connsiteX1" y="connsiteY1"/>
              </a:cxn>
              <a:cxn ang="0">
                <a:pos x="connsiteX2" y="connsiteY2"/>
              </a:cxn>
              <a:cxn ang="0">
                <a:pos x="connsiteX3" y="connsiteY3"/>
              </a:cxn>
            </a:cxnLst>
            <a:rect l="l" t="t" r="r" b="b"/>
            <a:pathLst>
              <a:path w="3171870" h="3713149">
                <a:moveTo>
                  <a:pt x="0" y="0"/>
                </a:moveTo>
                <a:lnTo>
                  <a:pt x="3171870" y="0"/>
                </a:lnTo>
                <a:lnTo>
                  <a:pt x="3171870" y="3713149"/>
                </a:lnTo>
                <a:lnTo>
                  <a:pt x="0" y="3713149"/>
                </a:lnTo>
                <a:close/>
              </a:path>
            </a:pathLst>
          </a:custGeom>
        </p:spPr>
        <p:txBody>
          <a:bodyPr wrap="square">
            <a:noAutofit/>
          </a:bodyPr>
          <a:p>
            <a:endParaRPr lang="en-US"/>
          </a:p>
        </p:txBody>
      </p:sp>
      <p:sp>
        <p:nvSpPr>
          <p:cNvPr id="1048897" name="Freeform 17"/>
          <p:cNvSpPr/>
          <p:nvPr userDrawn="1"/>
        </p:nvSpPr>
        <p:spPr>
          <a:xfrm flipV="1">
            <a:off x="7768799"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898" name="Freeform: Shape 10"/>
          <p:cNvSpPr/>
          <p:nvPr userDrawn="1"/>
        </p:nvSpPr>
        <p:spPr>
          <a:xfrm>
            <a:off x="2" y="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p>
            <a:endParaRPr altLang="en-US" lang="zh-CN"/>
          </a:p>
        </p:txBody>
      </p:sp>
      <p:sp>
        <p:nvSpPr>
          <p:cNvPr id="1048899" name="Freeform 17"/>
          <p:cNvSpPr/>
          <p:nvPr userDrawn="1"/>
        </p:nvSpPr>
        <p:spPr>
          <a:xfrm flipV="1">
            <a:off x="0"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900" name="Date Placeholder 8"/>
          <p:cNvSpPr>
            <a:spLocks noGrp="1"/>
          </p:cNvSpPr>
          <p:nvPr>
            <p:ph type="dt" sz="half" idx="36"/>
          </p:nvPr>
        </p:nvSpPr>
        <p:spPr/>
        <p:txBody>
          <a:bodyPr/>
          <a:p>
            <a:r>
              <a:rPr altLang="zh-CN" lang="en-US"/>
              <a:t>03/13/2025</a:t>
            </a:r>
          </a:p>
        </p:txBody>
      </p:sp>
      <p:sp>
        <p:nvSpPr>
          <p:cNvPr id="1048901" name="Footer Placeholder 9"/>
          <p:cNvSpPr>
            <a:spLocks noGrp="1"/>
          </p:cNvSpPr>
          <p:nvPr>
            <p:ph type="ftr" sz="quarter" idx="37"/>
          </p:nvPr>
        </p:nvSpPr>
        <p:spPr/>
        <p:txBody>
          <a:bodyPr/>
          <a:p>
            <a:r>
              <a:rPr altLang="zh-CN" lang="en-US"/>
              <a:t>Sample Footer Text</a:t>
            </a:r>
          </a:p>
        </p:txBody>
      </p:sp>
      <p:sp>
        <p:nvSpPr>
          <p:cNvPr id="1048902" name="Slide Number Placeholder 20"/>
          <p:cNvSpPr>
            <a:spLocks noGrp="1"/>
          </p:cNvSpPr>
          <p:nvPr>
            <p:ph type="sldNum" sz="half" idx="38"/>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4-item Lists 7">
    <p:spTree>
      <p:nvGrpSpPr>
        <p:cNvPr id="134" name=""/>
        <p:cNvGrpSpPr/>
        <p:nvPr/>
      </p:nvGrpSpPr>
      <p:grpSpPr>
        <a:xfrm>
          <a:off x="0" y="0"/>
          <a:ext cx="0" cy="0"/>
          <a:chOff x="0" y="0"/>
          <a:chExt cx="0" cy="0"/>
        </a:xfrm>
      </p:grpSpPr>
      <p:sp>
        <p:nvSpPr>
          <p:cNvPr id="1049019"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9020" name="Picture Placeholder 10"/>
          <p:cNvSpPr>
            <a:spLocks noGrp="1"/>
          </p:cNvSpPr>
          <p:nvPr>
            <p:ph type="pic" sz="quarter" idx="39"/>
          </p:nvPr>
        </p:nvSpPr>
        <p:spPr>
          <a:xfrm>
            <a:off x="132233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21" name="Text Placeholder 39"/>
          <p:cNvSpPr>
            <a:spLocks noGrp="1"/>
          </p:cNvSpPr>
          <p:nvPr>
            <p:ph type="body" sz="quarter" idx="27"/>
          </p:nvPr>
        </p:nvSpPr>
        <p:spPr>
          <a:xfrm>
            <a:off x="849311"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22" name="Text Placeholder 39"/>
          <p:cNvSpPr>
            <a:spLocks noGrp="1"/>
          </p:cNvSpPr>
          <p:nvPr>
            <p:ph type="body" sz="quarter" idx="32"/>
          </p:nvPr>
        </p:nvSpPr>
        <p:spPr>
          <a:xfrm>
            <a:off x="844000" y="4772803"/>
            <a:ext cx="2386947" cy="1109791"/>
          </a:xfrm>
        </p:spPr>
        <p:txBody>
          <a:bodyPr anchor="t" bIns="0" lIns="0" rIns="0" tIns="0">
            <a:noAutofit/>
          </a:bodyPr>
          <a:lstStyle>
            <a:lvl1pPr algn="ctr"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23" name="Picture Placeholder 11"/>
          <p:cNvSpPr>
            <a:spLocks noGrp="1"/>
          </p:cNvSpPr>
          <p:nvPr>
            <p:ph type="pic" sz="quarter" idx="40"/>
          </p:nvPr>
        </p:nvSpPr>
        <p:spPr>
          <a:xfrm>
            <a:off x="4017396"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24" name="Text Placeholder 39"/>
          <p:cNvSpPr>
            <a:spLocks noGrp="1"/>
          </p:cNvSpPr>
          <p:nvPr>
            <p:ph type="body" sz="quarter" idx="43"/>
          </p:nvPr>
        </p:nvSpPr>
        <p:spPr>
          <a:xfrm>
            <a:off x="3544373"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25" name="Text Placeholder 39"/>
          <p:cNvSpPr>
            <a:spLocks noGrp="1"/>
          </p:cNvSpPr>
          <p:nvPr>
            <p:ph type="body" sz="quarter" idx="44"/>
          </p:nvPr>
        </p:nvSpPr>
        <p:spPr>
          <a:xfrm>
            <a:off x="3544373"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26" name="Picture Placeholder 12"/>
          <p:cNvSpPr>
            <a:spLocks noGrp="1"/>
          </p:cNvSpPr>
          <p:nvPr>
            <p:ph type="pic" sz="quarter" idx="41"/>
          </p:nvPr>
        </p:nvSpPr>
        <p:spPr>
          <a:xfrm>
            <a:off x="6723080"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27" name="Text Placeholder 39"/>
          <p:cNvSpPr>
            <a:spLocks noGrp="1"/>
          </p:cNvSpPr>
          <p:nvPr>
            <p:ph type="body" sz="quarter" idx="45"/>
          </p:nvPr>
        </p:nvSpPr>
        <p:spPr>
          <a:xfrm>
            <a:off x="6250057"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28" name="Text Placeholder 39"/>
          <p:cNvSpPr>
            <a:spLocks noGrp="1"/>
          </p:cNvSpPr>
          <p:nvPr>
            <p:ph type="body" sz="quarter" idx="46"/>
          </p:nvPr>
        </p:nvSpPr>
        <p:spPr>
          <a:xfrm>
            <a:off x="6250057"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29" name="Picture Placeholder 13"/>
          <p:cNvSpPr>
            <a:spLocks noGrp="1"/>
          </p:cNvSpPr>
          <p:nvPr>
            <p:ph type="pic" sz="quarter" idx="42"/>
          </p:nvPr>
        </p:nvSpPr>
        <p:spPr>
          <a:xfrm>
            <a:off x="942876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p>
            <a:endParaRPr lang="en-US"/>
          </a:p>
        </p:txBody>
      </p:sp>
      <p:sp>
        <p:nvSpPr>
          <p:cNvPr id="1049030" name="Text Placeholder 39"/>
          <p:cNvSpPr>
            <a:spLocks noGrp="1"/>
          </p:cNvSpPr>
          <p:nvPr>
            <p:ph type="body" sz="quarter" idx="48"/>
          </p:nvPr>
        </p:nvSpPr>
        <p:spPr>
          <a:xfrm>
            <a:off x="8955741"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31" name="Text Placeholder 39"/>
          <p:cNvSpPr>
            <a:spLocks noGrp="1"/>
          </p:cNvSpPr>
          <p:nvPr>
            <p:ph type="body" sz="quarter" idx="47"/>
          </p:nvPr>
        </p:nvSpPr>
        <p:spPr>
          <a:xfrm>
            <a:off x="8955741"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9032" name="Freeform 10"/>
          <p:cNvSpPr/>
          <p:nvPr userDrawn="1"/>
        </p:nvSpPr>
        <p:spPr>
          <a:xfrm>
            <a:off x="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33" name="Date Placeholder 7"/>
          <p:cNvSpPr>
            <a:spLocks noGrp="1"/>
          </p:cNvSpPr>
          <p:nvPr>
            <p:ph type="dt" sz="half" idx="49"/>
          </p:nvPr>
        </p:nvSpPr>
        <p:spPr/>
        <p:txBody>
          <a:bodyPr/>
          <a:p>
            <a:r>
              <a:rPr altLang="zh-CN" lang="en-US"/>
              <a:t>03/13/2025</a:t>
            </a:r>
          </a:p>
        </p:txBody>
      </p:sp>
      <p:sp>
        <p:nvSpPr>
          <p:cNvPr id="1049034" name="Footer Placeholder 8"/>
          <p:cNvSpPr>
            <a:spLocks noGrp="1"/>
          </p:cNvSpPr>
          <p:nvPr>
            <p:ph type="ftr" sz="quarter" idx="50"/>
          </p:nvPr>
        </p:nvSpPr>
        <p:spPr/>
        <p:txBody>
          <a:bodyPr/>
          <a:p>
            <a:r>
              <a:rPr altLang="zh-CN" lang="en-US"/>
              <a:t>Sample Footer Text</a:t>
            </a:r>
          </a:p>
        </p:txBody>
      </p:sp>
      <p:sp>
        <p:nvSpPr>
          <p:cNvPr id="1049035" name="Slide Number Placeholder 9"/>
          <p:cNvSpPr>
            <a:spLocks noGrp="1"/>
          </p:cNvSpPr>
          <p:nvPr>
            <p:ph type="sldNum" sz="half" idx="51"/>
          </p:nvPr>
        </p:nvSpPr>
        <p:spPr/>
        <p:txBody>
          <a:bodyPr/>
          <a:p>
            <a:fld id="{64D095EA-18D5-4754-B677-EAAE710458D2}" type="slidenum">
              <a:rPr altLang="zh-CN" lang="en-US" smtClean="0"/>
              <a:t>‹#›</a:t>
            </a:fld>
            <a:endParaRPr altLang="zh-CN" lang="en-US"/>
          </a:p>
        </p:txBody>
      </p:sp>
      <p:sp>
        <p:nvSpPr>
          <p:cNvPr id="1049036"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4-item Lists 8">
    <p:spTree>
      <p:nvGrpSpPr>
        <p:cNvPr id="114" name=""/>
        <p:cNvGrpSpPr/>
        <p:nvPr/>
      </p:nvGrpSpPr>
      <p:grpSpPr>
        <a:xfrm>
          <a:off x="0" y="0"/>
          <a:ext cx="0" cy="0"/>
          <a:chOff x="0" y="0"/>
          <a:chExt cx="0" cy="0"/>
        </a:xfrm>
      </p:grpSpPr>
      <p:sp>
        <p:nvSpPr>
          <p:cNvPr id="1048842" name="Title 1"/>
          <p:cNvSpPr>
            <a:spLocks noGrp="1"/>
          </p:cNvSpPr>
          <p:nvPr>
            <p:ph type="title"/>
          </p:nvPr>
        </p:nvSpPr>
        <p:spPr>
          <a:xfrm>
            <a:off x="844000" y="886783"/>
            <a:ext cx="10504000" cy="1132258"/>
          </a:xfrm>
        </p:spPr>
        <p:txBody>
          <a:bodyPr anchor="ctr" bIns="0" lIns="0" rIns="0" tIns="0">
            <a:noAutofit/>
          </a:bodyPr>
          <a:lstStyle>
            <a:lvl1pPr algn="ctr">
              <a:defRPr baseline="0" b="0" sz="3600"/>
            </a:lvl1pPr>
          </a:lstStyle>
          <a:p>
            <a:r>
              <a:rPr lang="en-US"/>
              <a:t>Click to edit Master title style</a:t>
            </a:r>
          </a:p>
        </p:txBody>
      </p:sp>
      <p:sp>
        <p:nvSpPr>
          <p:cNvPr id="1048843" name="Rectangle 21"/>
          <p:cNvSpPr/>
          <p:nvPr userDrawn="1"/>
        </p:nvSpPr>
        <p:spPr>
          <a:xfrm rot="2700000">
            <a:off x="1595440" y="2342604"/>
            <a:ext cx="900000" cy="900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sz="2400" lang="en-US"/>
          </a:p>
        </p:txBody>
      </p:sp>
      <p:sp>
        <p:nvSpPr>
          <p:cNvPr id="1048844" name="Text Placeholder 22"/>
          <p:cNvSpPr>
            <a:spLocks noGrp="1"/>
          </p:cNvSpPr>
          <p:nvPr>
            <p:ph type="body" sz="quarter" idx="53" hasCustomPrompt="1"/>
          </p:nvPr>
        </p:nvSpPr>
        <p:spPr>
          <a:xfrm>
            <a:off x="1775855" y="2555875"/>
            <a:ext cx="538162" cy="471988"/>
          </a:xfrm>
        </p:spPr>
        <p:txBody>
          <a:bodyPr anchor="ctr" bIns="0" lIns="0" rIns="0" tIns="0">
            <a:noAutofit/>
          </a:bodyPr>
          <a:lstStyle>
            <a:lvl1pPr algn="ctr" indent="0" marL="0">
              <a:lnSpc>
                <a:spcPct val="100000"/>
              </a:lnSpc>
              <a:spcBef>
                <a:spcPts val="0"/>
              </a:spcBef>
              <a:buNone/>
              <a:defRPr baseline="0" b="1" sz="2000"/>
            </a:lvl1pPr>
          </a:lstStyle>
          <a:p>
            <a:pPr lvl="0"/>
            <a:r>
              <a:rPr lang="en-US"/>
              <a:t>01</a:t>
            </a:r>
          </a:p>
        </p:txBody>
      </p:sp>
      <p:sp>
        <p:nvSpPr>
          <p:cNvPr id="1048845" name="Text Placeholder 39"/>
          <p:cNvSpPr>
            <a:spLocks noGrp="1"/>
          </p:cNvSpPr>
          <p:nvPr>
            <p:ph type="body" sz="quarter" idx="27"/>
          </p:nvPr>
        </p:nvSpPr>
        <p:spPr>
          <a:xfrm>
            <a:off x="849311"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46" name="Text Placeholder 39"/>
          <p:cNvSpPr>
            <a:spLocks noGrp="1"/>
          </p:cNvSpPr>
          <p:nvPr>
            <p:ph type="body" sz="quarter" idx="32"/>
          </p:nvPr>
        </p:nvSpPr>
        <p:spPr>
          <a:xfrm>
            <a:off x="844000" y="4772803"/>
            <a:ext cx="2386947" cy="1109791"/>
          </a:xfrm>
        </p:spPr>
        <p:txBody>
          <a:bodyPr anchor="t" bIns="0" lIns="0" rIns="0" tIns="0">
            <a:noAutofit/>
          </a:bodyPr>
          <a:lstStyle>
            <a:lvl1pPr algn="ctr"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47" name="Rectangle 20"/>
          <p:cNvSpPr/>
          <p:nvPr userDrawn="1"/>
        </p:nvSpPr>
        <p:spPr>
          <a:xfrm rot="2700000">
            <a:off x="4290502" y="2342604"/>
            <a:ext cx="900000" cy="900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848" name="Text Placeholder 22"/>
          <p:cNvSpPr>
            <a:spLocks noGrp="1"/>
          </p:cNvSpPr>
          <p:nvPr>
            <p:ph type="body" sz="quarter" idx="54" hasCustomPrompt="1"/>
          </p:nvPr>
        </p:nvSpPr>
        <p:spPr>
          <a:xfrm>
            <a:off x="4471925" y="2555875"/>
            <a:ext cx="538162" cy="471988"/>
          </a:xfrm>
        </p:spPr>
        <p:txBody>
          <a:bodyPr anchor="ctr" bIns="0" lIns="0" rIns="0" tIns="0">
            <a:noAutofit/>
          </a:bodyPr>
          <a:lstStyle>
            <a:lvl1pPr algn="ctr" indent="0" marL="0">
              <a:lnSpc>
                <a:spcPct val="100000"/>
              </a:lnSpc>
              <a:spcBef>
                <a:spcPts val="0"/>
              </a:spcBef>
              <a:buNone/>
              <a:defRPr b="1" sz="2000"/>
            </a:lvl1pPr>
          </a:lstStyle>
          <a:p>
            <a:pPr lvl="0"/>
            <a:r>
              <a:rPr lang="en-US"/>
              <a:t>02</a:t>
            </a:r>
          </a:p>
        </p:txBody>
      </p:sp>
      <p:sp>
        <p:nvSpPr>
          <p:cNvPr id="1048849" name="Text Placeholder 39"/>
          <p:cNvSpPr>
            <a:spLocks noGrp="1"/>
          </p:cNvSpPr>
          <p:nvPr>
            <p:ph type="body" sz="quarter" idx="43"/>
          </p:nvPr>
        </p:nvSpPr>
        <p:spPr>
          <a:xfrm>
            <a:off x="3544373"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50" name="Text Placeholder 39"/>
          <p:cNvSpPr>
            <a:spLocks noGrp="1"/>
          </p:cNvSpPr>
          <p:nvPr>
            <p:ph type="body" sz="quarter" idx="44"/>
          </p:nvPr>
        </p:nvSpPr>
        <p:spPr>
          <a:xfrm>
            <a:off x="3544373" y="4772803"/>
            <a:ext cx="2386947" cy="1109791"/>
          </a:xfrm>
        </p:spPr>
        <p:txBody>
          <a:bodyPr anchor="t" bIns="0" lIns="0" rIns="0" tIns="0">
            <a:noAutofit/>
          </a:bodyPr>
          <a:lstStyle>
            <a:lvl1pPr algn="ctr" indent="0" marL="0">
              <a:lnSpc>
                <a:spcPct val="120000"/>
              </a:lnSpc>
              <a:spcBef>
                <a:spcPts val="0"/>
              </a:spcBef>
              <a:buNone/>
              <a:defRPr baseline="0"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51" name="Rectangle 18"/>
          <p:cNvSpPr/>
          <p:nvPr userDrawn="1"/>
        </p:nvSpPr>
        <p:spPr>
          <a:xfrm rot="2700000">
            <a:off x="6996186" y="2342604"/>
            <a:ext cx="900000" cy="900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852" name="Text Placeholder 22"/>
          <p:cNvSpPr>
            <a:spLocks noGrp="1"/>
          </p:cNvSpPr>
          <p:nvPr>
            <p:ph type="body" sz="quarter" idx="55" hasCustomPrompt="1"/>
          </p:nvPr>
        </p:nvSpPr>
        <p:spPr>
          <a:xfrm>
            <a:off x="7177609" y="2555875"/>
            <a:ext cx="538162" cy="471988"/>
          </a:xfrm>
        </p:spPr>
        <p:txBody>
          <a:bodyPr anchor="ctr" bIns="0" lIns="0" rIns="0" tIns="0">
            <a:noAutofit/>
          </a:bodyPr>
          <a:lstStyle>
            <a:lvl1pPr algn="ctr" indent="0" marL="0">
              <a:lnSpc>
                <a:spcPct val="100000"/>
              </a:lnSpc>
              <a:spcBef>
                <a:spcPts val="0"/>
              </a:spcBef>
              <a:buNone/>
              <a:defRPr b="1" sz="2000"/>
            </a:lvl1pPr>
          </a:lstStyle>
          <a:p>
            <a:pPr lvl="0"/>
            <a:r>
              <a:rPr lang="en-US"/>
              <a:t>03</a:t>
            </a:r>
          </a:p>
        </p:txBody>
      </p:sp>
      <p:sp>
        <p:nvSpPr>
          <p:cNvPr id="1048853" name="Text Placeholder 39"/>
          <p:cNvSpPr>
            <a:spLocks noGrp="1"/>
          </p:cNvSpPr>
          <p:nvPr>
            <p:ph type="body" sz="quarter" idx="45"/>
          </p:nvPr>
        </p:nvSpPr>
        <p:spPr>
          <a:xfrm>
            <a:off x="6250057"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54" name="Text Placeholder 39"/>
          <p:cNvSpPr>
            <a:spLocks noGrp="1"/>
          </p:cNvSpPr>
          <p:nvPr>
            <p:ph type="body" sz="quarter" idx="46"/>
          </p:nvPr>
        </p:nvSpPr>
        <p:spPr>
          <a:xfrm>
            <a:off x="6250057"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55" name="Rectangle 19"/>
          <p:cNvSpPr/>
          <p:nvPr userDrawn="1"/>
        </p:nvSpPr>
        <p:spPr>
          <a:xfrm rot="2700000">
            <a:off x="9701870" y="2342604"/>
            <a:ext cx="900000" cy="900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856" name="Text Placeholder 22"/>
          <p:cNvSpPr>
            <a:spLocks noGrp="1"/>
          </p:cNvSpPr>
          <p:nvPr>
            <p:ph type="body" sz="quarter" idx="56" hasCustomPrompt="1"/>
          </p:nvPr>
        </p:nvSpPr>
        <p:spPr>
          <a:xfrm>
            <a:off x="9883293" y="2555875"/>
            <a:ext cx="538162" cy="471988"/>
          </a:xfrm>
        </p:spPr>
        <p:txBody>
          <a:bodyPr anchor="ctr" bIns="0" lIns="0" rIns="0" tIns="0">
            <a:noAutofit/>
          </a:bodyPr>
          <a:lstStyle>
            <a:lvl1pPr algn="ctr" indent="0" marL="0">
              <a:lnSpc>
                <a:spcPct val="100000"/>
              </a:lnSpc>
              <a:spcBef>
                <a:spcPts val="0"/>
              </a:spcBef>
              <a:buNone/>
              <a:defRPr b="1" sz="2000"/>
            </a:lvl1pPr>
          </a:lstStyle>
          <a:p>
            <a:pPr lvl="0"/>
            <a:r>
              <a:rPr lang="en-US"/>
              <a:t>04</a:t>
            </a:r>
          </a:p>
        </p:txBody>
      </p:sp>
      <p:sp>
        <p:nvSpPr>
          <p:cNvPr id="1048857" name="Text Placeholder 39"/>
          <p:cNvSpPr>
            <a:spLocks noGrp="1"/>
          </p:cNvSpPr>
          <p:nvPr>
            <p:ph type="body" sz="quarter" idx="48"/>
          </p:nvPr>
        </p:nvSpPr>
        <p:spPr>
          <a:xfrm>
            <a:off x="8955741" y="3605138"/>
            <a:ext cx="2392258" cy="1099928"/>
          </a:xfrm>
        </p:spPr>
        <p:txBody>
          <a:bodyPr anchor="ctr" bIns="0" lIns="0" rIns="0" tIns="0">
            <a:noAutofit/>
          </a:bodyPr>
          <a:lstStyle>
            <a:lvl1pPr algn="ctr" indent="0" marL="0">
              <a:lnSpc>
                <a:spcPct val="100000"/>
              </a:lnSpc>
              <a:spcBef>
                <a:spcPts val="0"/>
              </a:spcBef>
              <a:buNone/>
              <a:defRPr baseline="0" b="0" sz="1800">
                <a:latin typeface="+mj-lt"/>
                <a:ea typeface="+mj-ea"/>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58" name="Text Placeholder 39"/>
          <p:cNvSpPr>
            <a:spLocks noGrp="1"/>
          </p:cNvSpPr>
          <p:nvPr>
            <p:ph type="body" sz="quarter" idx="47"/>
          </p:nvPr>
        </p:nvSpPr>
        <p:spPr>
          <a:xfrm>
            <a:off x="8955741" y="4772803"/>
            <a:ext cx="2386947" cy="1109791"/>
          </a:xfrm>
        </p:spPr>
        <p:txBody>
          <a:bodyPr anchor="t" bIns="0" lIns="0" rIns="0" tIns="0">
            <a:noAutofit/>
          </a:bodyPr>
          <a:lstStyle>
            <a:lvl1pPr algn="ctr" indent="0" marL="0">
              <a:lnSpc>
                <a:spcPct val="120000"/>
              </a:lnSpc>
              <a:spcBef>
                <a:spcPts val="0"/>
              </a:spcBef>
              <a:buNone/>
              <a:defRPr b="0" sz="1400">
                <a:latin typeface="+mn-lt"/>
              </a:defRPr>
            </a:lvl1pPr>
            <a:lvl2pPr indent="0" marL="0">
              <a:lnSpc>
                <a:spcPct val="100000"/>
              </a:lnSpc>
              <a:spcBef>
                <a:spcPts val="0"/>
              </a:spcBef>
              <a:defRPr b="1" sz="1800"/>
            </a:lvl2pPr>
            <a:lvl3pPr indent="0" marL="0">
              <a:lnSpc>
                <a:spcPct val="100000"/>
              </a:lnSpc>
              <a:spcBef>
                <a:spcPts val="0"/>
              </a:spcBef>
              <a:defRPr b="1" sz="1800"/>
            </a:lvl3pPr>
            <a:lvl4pPr indent="0" marL="0">
              <a:lnSpc>
                <a:spcPct val="100000"/>
              </a:lnSpc>
              <a:spcBef>
                <a:spcPts val="0"/>
              </a:spcBef>
              <a:defRPr b="1" sz="1800"/>
            </a:lvl4pPr>
            <a:lvl5pPr indent="0" marL="0">
              <a:lnSpc>
                <a:spcPct val="100000"/>
              </a:lnSpc>
              <a:spcBef>
                <a:spcPts val="0"/>
              </a:spcBef>
              <a:defRPr b="1" sz="1800"/>
            </a:lvl5pPr>
          </a:lstStyle>
          <a:p>
            <a:pPr lvl="0"/>
            <a:r>
              <a:rPr lang="en-US"/>
              <a:t>Click to edit Master text styles</a:t>
            </a:r>
          </a:p>
        </p:txBody>
      </p:sp>
      <p:sp>
        <p:nvSpPr>
          <p:cNvPr id="1048859"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60"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61" name="Date Placeholder 7"/>
          <p:cNvSpPr>
            <a:spLocks noGrp="1"/>
          </p:cNvSpPr>
          <p:nvPr>
            <p:ph type="dt" sz="half" idx="57"/>
          </p:nvPr>
        </p:nvSpPr>
        <p:spPr/>
        <p:txBody>
          <a:bodyPr/>
          <a:p>
            <a:r>
              <a:rPr altLang="zh-CN" lang="en-US"/>
              <a:t>03/13/2025</a:t>
            </a:r>
          </a:p>
        </p:txBody>
      </p:sp>
      <p:sp>
        <p:nvSpPr>
          <p:cNvPr id="1048862" name="Footer Placeholder 8"/>
          <p:cNvSpPr>
            <a:spLocks noGrp="1"/>
          </p:cNvSpPr>
          <p:nvPr>
            <p:ph type="ftr" sz="quarter" idx="58"/>
          </p:nvPr>
        </p:nvSpPr>
        <p:spPr/>
        <p:txBody>
          <a:bodyPr/>
          <a:p>
            <a:r>
              <a:rPr altLang="zh-CN" lang="en-US"/>
              <a:t>Sample Footer Text</a:t>
            </a:r>
          </a:p>
        </p:txBody>
      </p:sp>
      <p:sp>
        <p:nvSpPr>
          <p:cNvPr id="1048863" name="Slide Number Placeholder 9"/>
          <p:cNvSpPr>
            <a:spLocks noGrp="1"/>
          </p:cNvSpPr>
          <p:nvPr>
            <p:ph type="sldNum" sz="half" idx="59"/>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obj">
  <p:cSld name="Title, Content 1 (Max)">
    <p:spTree>
      <p:nvGrpSpPr>
        <p:cNvPr id="115" name=""/>
        <p:cNvGrpSpPr/>
        <p:nvPr/>
      </p:nvGrpSpPr>
      <p:grpSpPr>
        <a:xfrm>
          <a:off x="0" y="0"/>
          <a:ext cx="0" cy="0"/>
          <a:chOff x="0" y="0"/>
          <a:chExt cx="0" cy="0"/>
        </a:xfrm>
      </p:grpSpPr>
      <p:sp>
        <p:nvSpPr>
          <p:cNvPr id="1048864" name="Title 1"/>
          <p:cNvSpPr>
            <a:spLocks noGrp="1"/>
          </p:cNvSpPr>
          <p:nvPr>
            <p:ph type="title"/>
          </p:nvPr>
        </p:nvSpPr>
        <p:spPr>
          <a:xfrm>
            <a:off x="844001" y="831919"/>
            <a:ext cx="10504000" cy="528186"/>
          </a:xfrm>
        </p:spPr>
        <p:txBody>
          <a:bodyPr anchor="ctr" bIns="0" lIns="0" rIns="0" tIns="0">
            <a:noAutofit/>
          </a:bodyPr>
          <a:lstStyle>
            <a:lvl1pPr>
              <a:defRPr b="0" sz="2400"/>
            </a:lvl1pPr>
          </a:lstStyle>
          <a:p>
            <a:r>
              <a:rPr lang="en-US"/>
              <a:t>Click to edit Master title style</a:t>
            </a:r>
          </a:p>
        </p:txBody>
      </p:sp>
      <p:sp>
        <p:nvSpPr>
          <p:cNvPr id="1048865" name="Content Placeholder 2"/>
          <p:cNvSpPr>
            <a:spLocks noGrp="1"/>
          </p:cNvSpPr>
          <p:nvPr>
            <p:ph idx="1"/>
          </p:nvPr>
        </p:nvSpPr>
        <p:spPr>
          <a:xfrm>
            <a:off x="844000" y="1474839"/>
            <a:ext cx="10504000" cy="4551241"/>
          </a:xfrm>
        </p:spPr>
        <p:txBody>
          <a:bodyPr bIns="0" lIns="0" rIns="0" tIns="0">
            <a:noAutofit/>
          </a:bodyPr>
          <a:lstStyle>
            <a:lvl1pPr indent="0" marL="0">
              <a:buFont typeface="Arial" panose="020B0604020202020204" pitchFamily="34" charset="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6" name="Freeform 10"/>
          <p:cNvSpPr/>
          <p:nvPr userDrawn="1"/>
        </p:nvSpPr>
        <p:spPr>
          <a:xfrm>
            <a:off x="10927775" y="6134100"/>
            <a:ext cx="1264225"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67" name="Freeform 10"/>
          <p:cNvSpPr/>
          <p:nvPr userDrawn="1"/>
        </p:nvSpPr>
        <p:spPr>
          <a:xfrm>
            <a:off x="0" y="-7294"/>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68" name="Date Placeholder 3"/>
          <p:cNvSpPr>
            <a:spLocks noGrp="1"/>
          </p:cNvSpPr>
          <p:nvPr>
            <p:ph type="dt" sz="half" idx="10"/>
          </p:nvPr>
        </p:nvSpPr>
        <p:spPr/>
        <p:txBody>
          <a:bodyPr/>
          <a:p>
            <a:r>
              <a:rPr altLang="zh-CN" lang="en-US"/>
              <a:t>03/13/2025</a:t>
            </a:r>
          </a:p>
        </p:txBody>
      </p:sp>
      <p:sp>
        <p:nvSpPr>
          <p:cNvPr id="1048869" name="Footer Placeholder 4"/>
          <p:cNvSpPr>
            <a:spLocks noGrp="1"/>
          </p:cNvSpPr>
          <p:nvPr>
            <p:ph type="ftr" sz="quarter" idx="11"/>
          </p:nvPr>
        </p:nvSpPr>
        <p:spPr/>
        <p:txBody>
          <a:bodyPr/>
          <a:p>
            <a:r>
              <a:rPr altLang="zh-CN" lang="en-US"/>
              <a:t>Sample Footer Text</a:t>
            </a:r>
          </a:p>
        </p:txBody>
      </p:sp>
      <p:sp>
        <p:nvSpPr>
          <p:cNvPr id="1048870" name="Slide Number Placeholder 5"/>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type="obj">
  <p:cSld name="Content Only (Max)">
    <p:spTree>
      <p:nvGrpSpPr>
        <p:cNvPr id="120" name=""/>
        <p:cNvGrpSpPr/>
        <p:nvPr/>
      </p:nvGrpSpPr>
      <p:grpSpPr>
        <a:xfrm>
          <a:off x="0" y="0"/>
          <a:ext cx="0" cy="0"/>
          <a:chOff x="0" y="0"/>
          <a:chExt cx="0" cy="0"/>
        </a:xfrm>
      </p:grpSpPr>
      <p:sp>
        <p:nvSpPr>
          <p:cNvPr id="1048913" name="Title 1"/>
          <p:cNvSpPr>
            <a:spLocks noGrp="1"/>
          </p:cNvSpPr>
          <p:nvPr>
            <p:ph type="title"/>
          </p:nvPr>
        </p:nvSpPr>
        <p:spPr>
          <a:xfrm>
            <a:off x="841248" y="-1325880"/>
            <a:ext cx="10515600" cy="1325880"/>
          </a:xfrm>
        </p:spPr>
        <p:txBody>
          <a:bodyPr anchor="ctr" bIns="0" lIns="0" rIns="0" tIns="0">
            <a:normAutofit/>
          </a:bodyPr>
          <a:lstStyle>
            <a:lvl1pPr>
              <a:defRPr b="0" sz="2400"/>
            </a:lvl1pPr>
          </a:lstStyle>
          <a:p>
            <a:r>
              <a:rPr lang="en-US"/>
              <a:t>Click to edit Master title style</a:t>
            </a:r>
          </a:p>
        </p:txBody>
      </p:sp>
      <p:sp>
        <p:nvSpPr>
          <p:cNvPr id="1048914" name="Content Placeholder 2"/>
          <p:cNvSpPr>
            <a:spLocks noGrp="1"/>
          </p:cNvSpPr>
          <p:nvPr>
            <p:ph idx="1"/>
          </p:nvPr>
        </p:nvSpPr>
        <p:spPr>
          <a:xfrm>
            <a:off x="137159" y="367091"/>
            <a:ext cx="11924209" cy="6123818"/>
          </a:xfrm>
        </p:spPr>
        <p:txBody>
          <a:bodyPr bIns="0" lIns="0" rIns="0" tIns="0">
            <a:norm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15" name="Date Placeholder 3"/>
          <p:cNvSpPr>
            <a:spLocks noGrp="1"/>
          </p:cNvSpPr>
          <p:nvPr>
            <p:ph type="dt" sz="half" idx="10"/>
          </p:nvPr>
        </p:nvSpPr>
        <p:spPr/>
        <p:txBody>
          <a:bodyPr/>
          <a:p>
            <a:r>
              <a:rPr altLang="zh-CN" lang="en-US"/>
              <a:t>03/13/2025</a:t>
            </a:r>
          </a:p>
        </p:txBody>
      </p:sp>
      <p:sp>
        <p:nvSpPr>
          <p:cNvPr id="1048916" name="Footer Placeholder 4"/>
          <p:cNvSpPr>
            <a:spLocks noGrp="1"/>
          </p:cNvSpPr>
          <p:nvPr>
            <p:ph type="ftr" sz="quarter" idx="11"/>
          </p:nvPr>
        </p:nvSpPr>
        <p:spPr/>
        <p:txBody>
          <a:bodyPr/>
          <a:p>
            <a:r>
              <a:rPr altLang="zh-CN" lang="en-US"/>
              <a:t>Sample Footer Text</a:t>
            </a:r>
          </a:p>
        </p:txBody>
      </p:sp>
      <p:sp>
        <p:nvSpPr>
          <p:cNvPr id="1048917" name="Slide Number Placeholder 5"/>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type="obj">
  <p:cSld name="Title, Content 1">
    <p:spTree>
      <p:nvGrpSpPr>
        <p:cNvPr id="98" name=""/>
        <p:cNvGrpSpPr/>
        <p:nvPr/>
      </p:nvGrpSpPr>
      <p:grpSpPr>
        <a:xfrm>
          <a:off x="0" y="0"/>
          <a:ext cx="0" cy="0"/>
          <a:chOff x="0" y="0"/>
          <a:chExt cx="0" cy="0"/>
        </a:xfrm>
      </p:grpSpPr>
      <p:sp>
        <p:nvSpPr>
          <p:cNvPr id="1048702" name="Title 1"/>
          <p:cNvSpPr>
            <a:spLocks noGrp="1"/>
          </p:cNvSpPr>
          <p:nvPr>
            <p:ph type="title"/>
          </p:nvPr>
        </p:nvSpPr>
        <p:spPr>
          <a:xfrm>
            <a:off x="844000" y="831918"/>
            <a:ext cx="10504000" cy="848979"/>
          </a:xfrm>
        </p:spPr>
        <p:txBody>
          <a:bodyPr bIns="0" lIns="0" rIns="0" tIns="0"/>
          <a:p>
            <a:r>
              <a:rPr lang="en-US"/>
              <a:t>Click to edit Master title style</a:t>
            </a:r>
          </a:p>
        </p:txBody>
      </p:sp>
      <p:sp>
        <p:nvSpPr>
          <p:cNvPr id="1048703" name="Content Placeholder 2"/>
          <p:cNvSpPr>
            <a:spLocks noGrp="1"/>
          </p:cNvSpPr>
          <p:nvPr>
            <p:ph idx="1"/>
          </p:nvPr>
        </p:nvSpPr>
        <p:spPr>
          <a:xfrm>
            <a:off x="844000" y="1945532"/>
            <a:ext cx="10504000" cy="4080548"/>
          </a:xfrm>
        </p:spPr>
        <p:txBody>
          <a:bodyPr bIns="0" lIns="0" rIns="0" tIns="0">
            <a:norm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4" name="Freeform: Shape 6"/>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p>
            <a:endParaRPr altLang="en-US" lang="zh-CN"/>
          </a:p>
        </p:txBody>
      </p:sp>
      <p:sp>
        <p:nvSpPr>
          <p:cNvPr id="1048705"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706" name="Date Placeholder 3"/>
          <p:cNvSpPr>
            <a:spLocks noGrp="1"/>
          </p:cNvSpPr>
          <p:nvPr>
            <p:ph type="dt" sz="half" idx="10"/>
          </p:nvPr>
        </p:nvSpPr>
        <p:spPr/>
        <p:txBody>
          <a:bodyPr/>
          <a:p>
            <a:r>
              <a:rPr altLang="zh-CN" lang="en-US"/>
              <a:t>03/13/2025</a:t>
            </a:r>
            <a:fld id="{990E4242-8CA0-457D-B3B1-7D78B4164321}" type="datetime1">
              <a:rPr lang="en-US" smtClean="0"/>
              <a:t>10/27/2025</a:t>
            </a:fld>
            <a:endParaRPr lang="en-US"/>
          </a:p>
        </p:txBody>
      </p:sp>
      <p:sp>
        <p:nvSpPr>
          <p:cNvPr id="1048707" name="Footer Placeholder 4"/>
          <p:cNvSpPr>
            <a:spLocks noGrp="1"/>
          </p:cNvSpPr>
          <p:nvPr>
            <p:ph type="ftr" sz="quarter" idx="11"/>
          </p:nvPr>
        </p:nvSpPr>
        <p:spPr/>
        <p:txBody>
          <a:bodyPr/>
          <a:p>
            <a:r>
              <a:rPr lang="en-US"/>
              <a:t>Sample Footer Text</a:t>
            </a:r>
          </a:p>
        </p:txBody>
      </p:sp>
      <p:sp>
        <p:nvSpPr>
          <p:cNvPr id="1048708" name="Slide Number Placeholder 5"/>
          <p:cNvSpPr>
            <a:spLocks noGrp="1"/>
          </p:cNvSpPr>
          <p:nvPr>
            <p:ph type="sldNum" sz="quarter" idx="12"/>
          </p:nvPr>
        </p:nvSpPr>
        <p:spPr/>
        <p:txBody>
          <a:bodyPr/>
          <a:p>
            <a:fld id="{CC057153-B650-4DEB-B370-79DDCFDCE934}" type="slidenum">
              <a:rPr lang="en-US" smtClean="0"/>
              <a:t>‹#›</a:t>
            </a:fld>
            <a:endParaRPr lang="en-US"/>
          </a:p>
        </p:txBody>
      </p:sp>
      <p:sp>
        <p:nvSpPr>
          <p:cNvPr id="1048709" name="Freeform 10"/>
          <p:cNvSpPr/>
          <p:nvPr userDrawn="1"/>
        </p:nvSpPr>
        <p:spPr>
          <a:xfrm>
            <a:off x="10927775" y="0"/>
            <a:ext cx="1264225"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04" name=""/>
        <p:cNvGrpSpPr/>
        <p:nvPr/>
      </p:nvGrpSpPr>
      <p:grpSpPr>
        <a:xfrm>
          <a:off x="0" y="0"/>
          <a:ext cx="0" cy="0"/>
          <a:chOff x="0" y="0"/>
          <a:chExt cx="0" cy="0"/>
        </a:xfrm>
      </p:grpSpPr>
      <p:sp>
        <p:nvSpPr>
          <p:cNvPr id="1048757" name="Title 1"/>
          <p:cNvSpPr>
            <a:spLocks noGrp="1"/>
          </p:cNvSpPr>
          <p:nvPr>
            <p:ph type="title"/>
          </p:nvPr>
        </p:nvSpPr>
        <p:spPr>
          <a:xfrm>
            <a:off x="1028347" y="2385975"/>
            <a:ext cx="4325112" cy="2454796"/>
          </a:xfrm>
        </p:spPr>
        <p:txBody>
          <a:bodyPr anchor="ctr" bIns="0" lIns="0" rIns="0" tIns="0">
            <a:noAutofit/>
          </a:bodyPr>
          <a:lstStyle>
            <a:lvl1pPr>
              <a:defRPr b="0" sz="4400"/>
            </a:lvl1pPr>
          </a:lstStyle>
          <a:p>
            <a:r>
              <a:rPr lang="en-US"/>
              <a:t>Click to edit Master title style</a:t>
            </a:r>
          </a:p>
        </p:txBody>
      </p:sp>
      <p:sp>
        <p:nvSpPr>
          <p:cNvPr id="1048758" name="Content Placeholder 7"/>
          <p:cNvSpPr>
            <a:spLocks noGrp="1"/>
          </p:cNvSpPr>
          <p:nvPr>
            <p:ph sz="quarter" idx="13"/>
          </p:nvPr>
        </p:nvSpPr>
        <p:spPr>
          <a:xfrm>
            <a:off x="6273800" y="2386584"/>
            <a:ext cx="4325112" cy="2459736"/>
          </a:xfrm>
        </p:spPr>
        <p:txBody>
          <a:bodyPr anchor="ctr" bIns="0" lIns="0" rIns="0" tIns="0">
            <a:noAutofit/>
          </a:bodyPr>
          <a:lstStyle>
            <a:lvl1pPr indent="0" marL="0">
              <a:buNone/>
              <a:defRPr sz="1400"/>
            </a:lvl1pPr>
            <a:lvl2pPr indent="0" marL="228600">
              <a:buNone/>
              <a:defRPr sz="1200"/>
            </a:lvl2pPr>
            <a:lvl3pPr indent="0" marL="457200">
              <a:buNone/>
              <a:defRPr sz="1100"/>
            </a:lvl3pPr>
            <a:lvl4pPr indent="0" marL="685800">
              <a:buNone/>
              <a:defRPr sz="1050"/>
            </a:lvl4pPr>
            <a:lvl5pPr indent="0" marL="9144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9" name="Freeform 10"/>
          <p:cNvSpPr/>
          <p:nvPr userDrawn="1"/>
        </p:nvSpPr>
        <p:spPr>
          <a:xfrm>
            <a:off x="0" y="4960385"/>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60" name="Freeform 10"/>
          <p:cNvSpPr/>
          <p:nvPr userDrawn="1"/>
        </p:nvSpPr>
        <p:spPr>
          <a:xfrm>
            <a:off x="10927775" y="0"/>
            <a:ext cx="1264225"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61" name="Date Placeholder 3"/>
          <p:cNvSpPr>
            <a:spLocks noGrp="1"/>
          </p:cNvSpPr>
          <p:nvPr>
            <p:ph type="dt" sz="half" idx="14"/>
          </p:nvPr>
        </p:nvSpPr>
        <p:spPr/>
        <p:txBody>
          <a:bodyPr/>
          <a:p>
            <a:r>
              <a:rPr altLang="zh-CN" lang="en-US"/>
              <a:t>03/13/2025</a:t>
            </a:r>
          </a:p>
        </p:txBody>
      </p:sp>
      <p:sp>
        <p:nvSpPr>
          <p:cNvPr id="1048762" name="Footer Placeholder 4"/>
          <p:cNvSpPr>
            <a:spLocks noGrp="1"/>
          </p:cNvSpPr>
          <p:nvPr>
            <p:ph type="ftr" sz="quarter" idx="15"/>
          </p:nvPr>
        </p:nvSpPr>
        <p:spPr/>
        <p:txBody>
          <a:bodyPr/>
          <a:p>
            <a:r>
              <a:rPr altLang="zh-CN" lang="en-US"/>
              <a:t>Sample Footer Text</a:t>
            </a:r>
          </a:p>
        </p:txBody>
      </p:sp>
      <p:sp>
        <p:nvSpPr>
          <p:cNvPr id="1048763" name="Slide Number Placeholder 5"/>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44" name=""/>
        <p:cNvGrpSpPr/>
        <p:nvPr/>
      </p:nvGrpSpPr>
      <p:grpSpPr>
        <a:xfrm>
          <a:off x="0" y="0"/>
          <a:ext cx="0" cy="0"/>
          <a:chOff x="0" y="0"/>
          <a:chExt cx="0" cy="0"/>
        </a:xfrm>
      </p:grpSpPr>
      <p:sp>
        <p:nvSpPr>
          <p:cNvPr id="1049119" name="Title 1"/>
          <p:cNvSpPr>
            <a:spLocks noGrp="1"/>
          </p:cNvSpPr>
          <p:nvPr>
            <p:ph type="title"/>
          </p:nvPr>
        </p:nvSpPr>
        <p:spPr>
          <a:xfrm>
            <a:off x="1028347" y="2258568"/>
            <a:ext cx="3813048" cy="3557016"/>
          </a:xfrm>
        </p:spPr>
        <p:txBody>
          <a:bodyPr bIns="0" lIns="0" rIns="0" tIns="0">
            <a:noAutofit/>
          </a:bodyPr>
          <a:lstStyle>
            <a:lvl1pPr>
              <a:defRPr b="0" sz="3600"/>
            </a:lvl1pPr>
          </a:lstStyle>
          <a:p>
            <a:r>
              <a:rPr lang="en-US"/>
              <a:t>Click to edit Master title style</a:t>
            </a:r>
          </a:p>
        </p:txBody>
      </p:sp>
      <p:sp>
        <p:nvSpPr>
          <p:cNvPr id="1049120" name="Content Placeholder 7"/>
          <p:cNvSpPr>
            <a:spLocks noGrp="1"/>
          </p:cNvSpPr>
          <p:nvPr>
            <p:ph sz="quarter" idx="13"/>
          </p:nvPr>
        </p:nvSpPr>
        <p:spPr>
          <a:xfrm>
            <a:off x="5519738" y="2254250"/>
            <a:ext cx="4956175" cy="3556000"/>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21" name="Freeform 10"/>
          <p:cNvSpPr/>
          <p:nvPr userDrawn="1"/>
        </p:nvSpPr>
        <p:spPr>
          <a:xfrm>
            <a:off x="0" y="0"/>
            <a:ext cx="12192000"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22" name="Date Placeholder 3"/>
          <p:cNvSpPr>
            <a:spLocks noGrp="1"/>
          </p:cNvSpPr>
          <p:nvPr>
            <p:ph type="dt" sz="half" idx="14"/>
          </p:nvPr>
        </p:nvSpPr>
        <p:spPr/>
        <p:txBody>
          <a:bodyPr/>
          <a:p>
            <a:r>
              <a:rPr altLang="zh-CN" lang="en-US"/>
              <a:t>03/13/2025</a:t>
            </a:r>
          </a:p>
        </p:txBody>
      </p:sp>
      <p:sp>
        <p:nvSpPr>
          <p:cNvPr id="1049123" name="Footer Placeholder 4"/>
          <p:cNvSpPr>
            <a:spLocks noGrp="1"/>
          </p:cNvSpPr>
          <p:nvPr>
            <p:ph type="ftr" sz="quarter" idx="15"/>
          </p:nvPr>
        </p:nvSpPr>
        <p:spPr/>
        <p:txBody>
          <a:bodyPr/>
          <a:p>
            <a:r>
              <a:rPr altLang="zh-CN" lang="en-US"/>
              <a:t>Sample Footer Text</a:t>
            </a:r>
          </a:p>
        </p:txBody>
      </p:sp>
      <p:sp>
        <p:nvSpPr>
          <p:cNvPr id="1049124" name="Slide Number Placeholder 5"/>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49" name=""/>
        <p:cNvGrpSpPr/>
        <p:nvPr/>
      </p:nvGrpSpPr>
      <p:grpSpPr>
        <a:xfrm>
          <a:off x="0" y="0"/>
          <a:ext cx="0" cy="0"/>
          <a:chOff x="0" y="0"/>
          <a:chExt cx="0" cy="0"/>
        </a:xfrm>
      </p:grpSpPr>
      <p:sp>
        <p:nvSpPr>
          <p:cNvPr id="1049160" name="Title 1"/>
          <p:cNvSpPr>
            <a:spLocks noGrp="1"/>
          </p:cNvSpPr>
          <p:nvPr>
            <p:ph type="title"/>
          </p:nvPr>
        </p:nvSpPr>
        <p:spPr>
          <a:xfrm>
            <a:off x="844000" y="1109587"/>
            <a:ext cx="4145582" cy="4638825"/>
          </a:xfrm>
        </p:spPr>
        <p:txBody>
          <a:bodyPr bIns="0" lIns="0" rIns="0" tIns="0">
            <a:noAutofit/>
          </a:bodyPr>
          <a:lstStyle>
            <a:lvl1pPr>
              <a:defRPr b="0" sz="3600"/>
            </a:lvl1pPr>
          </a:lstStyle>
          <a:p>
            <a:r>
              <a:rPr lang="en-US"/>
              <a:t>Click to edit Master title style</a:t>
            </a:r>
          </a:p>
        </p:txBody>
      </p:sp>
      <p:sp>
        <p:nvSpPr>
          <p:cNvPr id="1049161" name="Content Placeholder 7"/>
          <p:cNvSpPr>
            <a:spLocks noGrp="1"/>
          </p:cNvSpPr>
          <p:nvPr>
            <p:ph sz="quarter" idx="13"/>
          </p:nvPr>
        </p:nvSpPr>
        <p:spPr>
          <a:xfrm>
            <a:off x="5666338" y="1110022"/>
            <a:ext cx="5681662" cy="4818062"/>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62" name="Freeform 10"/>
          <p:cNvSpPr/>
          <p:nvPr userDrawn="1"/>
        </p:nvSpPr>
        <p:spPr>
          <a:xfrm>
            <a:off x="10927775" y="6134100"/>
            <a:ext cx="1264225"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63" name="Freeform 10"/>
          <p:cNvSpPr/>
          <p:nvPr userDrawn="1"/>
        </p:nvSpPr>
        <p:spPr>
          <a:xfrm>
            <a:off x="0" y="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64" name="Date Placeholder 3"/>
          <p:cNvSpPr>
            <a:spLocks noGrp="1"/>
          </p:cNvSpPr>
          <p:nvPr>
            <p:ph type="dt" sz="half" idx="14"/>
          </p:nvPr>
        </p:nvSpPr>
        <p:spPr/>
        <p:txBody>
          <a:bodyPr/>
          <a:p>
            <a:r>
              <a:rPr altLang="zh-CN" lang="en-US"/>
              <a:t>03/13/2025</a:t>
            </a:r>
          </a:p>
        </p:txBody>
      </p:sp>
      <p:sp>
        <p:nvSpPr>
          <p:cNvPr id="1049165" name="Footer Placeholder 4"/>
          <p:cNvSpPr>
            <a:spLocks noGrp="1"/>
          </p:cNvSpPr>
          <p:nvPr>
            <p:ph type="ftr" sz="quarter" idx="15"/>
          </p:nvPr>
        </p:nvSpPr>
        <p:spPr/>
        <p:txBody>
          <a:bodyPr/>
          <a:p>
            <a:r>
              <a:rPr altLang="zh-CN" lang="en-US"/>
              <a:t>Sample Footer Text</a:t>
            </a:r>
          </a:p>
        </p:txBody>
      </p:sp>
      <p:sp>
        <p:nvSpPr>
          <p:cNvPr id="1049166" name="Slide Number Placeholder 5"/>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29" name=""/>
        <p:cNvGrpSpPr/>
        <p:nvPr/>
      </p:nvGrpSpPr>
      <p:grpSpPr>
        <a:xfrm>
          <a:off x="0" y="0"/>
          <a:ext cx="0" cy="0"/>
          <a:chOff x="0" y="0"/>
          <a:chExt cx="0" cy="0"/>
        </a:xfrm>
      </p:grpSpPr>
      <p:sp>
        <p:nvSpPr>
          <p:cNvPr id="1048983" name="Title 1"/>
          <p:cNvSpPr>
            <a:spLocks noGrp="1"/>
          </p:cNvSpPr>
          <p:nvPr>
            <p:ph type="title"/>
          </p:nvPr>
        </p:nvSpPr>
        <p:spPr>
          <a:xfrm>
            <a:off x="844000" y="877456"/>
            <a:ext cx="4142232" cy="4940661"/>
          </a:xfrm>
        </p:spPr>
        <p:txBody>
          <a:bodyPr bIns="0" lIns="0" rIns="0" tIns="0">
            <a:noAutofit/>
          </a:bodyPr>
          <a:lstStyle>
            <a:lvl1pPr>
              <a:defRPr b="0" sz="3600"/>
            </a:lvl1pPr>
          </a:lstStyle>
          <a:p>
            <a:r>
              <a:rPr lang="en-US"/>
              <a:t>Click to edit Master title style</a:t>
            </a:r>
          </a:p>
        </p:txBody>
      </p:sp>
      <p:sp>
        <p:nvSpPr>
          <p:cNvPr id="1048984" name="Content Placeholder 7"/>
          <p:cNvSpPr>
            <a:spLocks noGrp="1"/>
          </p:cNvSpPr>
          <p:nvPr>
            <p:ph sz="quarter" idx="13"/>
          </p:nvPr>
        </p:nvSpPr>
        <p:spPr>
          <a:xfrm>
            <a:off x="5188500" y="848720"/>
            <a:ext cx="6159500" cy="5194161"/>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85" name="Freeform 17"/>
          <p:cNvSpPr/>
          <p:nvPr userDrawn="1"/>
        </p:nvSpPr>
        <p:spPr>
          <a:xfrm>
            <a:off x="1" y="6526800"/>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986"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987" name="Freeform 17"/>
          <p:cNvSpPr/>
          <p:nvPr userDrawn="1"/>
        </p:nvSpPr>
        <p:spPr>
          <a:xfrm>
            <a:off x="1" y="-1"/>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988" name="Freeform 17"/>
          <p:cNvSpPr/>
          <p:nvPr userDrawn="1"/>
        </p:nvSpPr>
        <p:spPr>
          <a:xfrm flipV="1">
            <a:off x="7768799" y="-1"/>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989" name="Date Placeholder 3"/>
          <p:cNvSpPr>
            <a:spLocks noGrp="1"/>
          </p:cNvSpPr>
          <p:nvPr>
            <p:ph type="dt" sz="half" idx="14"/>
          </p:nvPr>
        </p:nvSpPr>
        <p:spPr/>
        <p:txBody>
          <a:bodyPr/>
          <a:p>
            <a:r>
              <a:rPr altLang="zh-CN" lang="en-US"/>
              <a:t>03/13/2025</a:t>
            </a:r>
          </a:p>
        </p:txBody>
      </p:sp>
      <p:sp>
        <p:nvSpPr>
          <p:cNvPr id="1048990" name="Footer Placeholder 4"/>
          <p:cNvSpPr>
            <a:spLocks noGrp="1"/>
          </p:cNvSpPr>
          <p:nvPr>
            <p:ph type="ftr" sz="quarter" idx="15"/>
          </p:nvPr>
        </p:nvSpPr>
        <p:spPr/>
        <p:txBody>
          <a:bodyPr/>
          <a:p>
            <a:r>
              <a:rPr altLang="zh-CN" lang="en-US"/>
              <a:t>Sample Footer Text</a:t>
            </a:r>
          </a:p>
        </p:txBody>
      </p:sp>
      <p:sp>
        <p:nvSpPr>
          <p:cNvPr id="1048991" name="Slide Number Placeholder 5"/>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39" name=""/>
        <p:cNvGrpSpPr/>
        <p:nvPr/>
      </p:nvGrpSpPr>
      <p:grpSpPr>
        <a:xfrm>
          <a:off x="0" y="0"/>
          <a:ext cx="0" cy="0"/>
          <a:chOff x="0" y="0"/>
          <a:chExt cx="0" cy="0"/>
        </a:xfrm>
      </p:grpSpPr>
      <p:sp>
        <p:nvSpPr>
          <p:cNvPr id="1049069" name="Title 1"/>
          <p:cNvSpPr>
            <a:spLocks noGrp="1"/>
          </p:cNvSpPr>
          <p:nvPr>
            <p:ph type="title"/>
          </p:nvPr>
        </p:nvSpPr>
        <p:spPr>
          <a:xfrm>
            <a:off x="844000" y="831919"/>
            <a:ext cx="3494314" cy="5194161"/>
          </a:xfrm>
        </p:spPr>
        <p:txBody>
          <a:bodyPr anchor="ctr" bIns="0" lIns="0" rIns="0" tIns="0">
            <a:noAutofit/>
          </a:bodyPr>
          <a:lstStyle>
            <a:lvl1pPr>
              <a:defRPr b="0" sz="3600"/>
            </a:lvl1pPr>
          </a:lstStyle>
          <a:p>
            <a:r>
              <a:rPr lang="en-US"/>
              <a:t>Click to edit Master title style</a:t>
            </a:r>
          </a:p>
        </p:txBody>
      </p:sp>
      <p:sp>
        <p:nvSpPr>
          <p:cNvPr id="1049070" name="Content Placeholder 7"/>
          <p:cNvSpPr>
            <a:spLocks noGrp="1"/>
          </p:cNvSpPr>
          <p:nvPr>
            <p:ph sz="quarter" idx="13"/>
          </p:nvPr>
        </p:nvSpPr>
        <p:spPr>
          <a:xfrm>
            <a:off x="4504268" y="831918"/>
            <a:ext cx="6843732" cy="5194161"/>
          </a:xfrm>
        </p:spPr>
        <p:txBody>
          <a:bodyPr anchor="ct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71"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72"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73" name="Date Placeholder 3"/>
          <p:cNvSpPr>
            <a:spLocks noGrp="1"/>
          </p:cNvSpPr>
          <p:nvPr>
            <p:ph type="dt" sz="half" idx="14"/>
          </p:nvPr>
        </p:nvSpPr>
        <p:spPr/>
        <p:txBody>
          <a:bodyPr/>
          <a:p>
            <a:r>
              <a:rPr altLang="zh-CN" lang="en-US"/>
              <a:t>03/13/2025</a:t>
            </a:r>
          </a:p>
        </p:txBody>
      </p:sp>
      <p:sp>
        <p:nvSpPr>
          <p:cNvPr id="1049074" name="Footer Placeholder 4"/>
          <p:cNvSpPr>
            <a:spLocks noGrp="1"/>
          </p:cNvSpPr>
          <p:nvPr>
            <p:ph type="ftr" sz="quarter" idx="15"/>
          </p:nvPr>
        </p:nvSpPr>
        <p:spPr/>
        <p:txBody>
          <a:bodyPr/>
          <a:p>
            <a:r>
              <a:rPr altLang="zh-CN" lang="en-US"/>
              <a:t>Sample Footer Text</a:t>
            </a:r>
          </a:p>
        </p:txBody>
      </p:sp>
      <p:sp>
        <p:nvSpPr>
          <p:cNvPr id="1049075" name="Slide Number Placeholder 5"/>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85" name=""/>
        <p:cNvGrpSpPr/>
        <p:nvPr/>
      </p:nvGrpSpPr>
      <p:grpSpPr>
        <a:xfrm>
          <a:off x="0" y="0"/>
          <a:ext cx="0" cy="0"/>
          <a:chOff x="0" y="0"/>
          <a:chExt cx="0" cy="0"/>
        </a:xfrm>
      </p:grpSpPr>
      <p:sp>
        <p:nvSpPr>
          <p:cNvPr id="1048634" name="Title 1"/>
          <p:cNvSpPr>
            <a:spLocks noGrp="1"/>
          </p:cNvSpPr>
          <p:nvPr>
            <p:ph type="title"/>
          </p:nvPr>
        </p:nvSpPr>
        <p:spPr>
          <a:xfrm>
            <a:off x="844000" y="831918"/>
            <a:ext cx="6241267" cy="1928214"/>
          </a:xfrm>
        </p:spPr>
        <p:txBody>
          <a:bodyPr anchor="b" bIns="0" lIns="0" rIns="0" tIns="0">
            <a:noAutofit/>
          </a:bodyPr>
          <a:lstStyle>
            <a:lvl1pPr>
              <a:defRPr baseline="0" b="0" sz="3600"/>
            </a:lvl1pPr>
          </a:lstStyle>
          <a:p>
            <a:r>
              <a:rPr lang="en-US"/>
              <a:t>Click to edit Master title style</a:t>
            </a:r>
          </a:p>
        </p:txBody>
      </p:sp>
      <p:sp>
        <p:nvSpPr>
          <p:cNvPr id="1048635" name="Content Placeholder 7"/>
          <p:cNvSpPr>
            <a:spLocks noGrp="1"/>
          </p:cNvSpPr>
          <p:nvPr>
            <p:ph sz="quarter" idx="18"/>
          </p:nvPr>
        </p:nvSpPr>
        <p:spPr>
          <a:xfrm>
            <a:off x="844000" y="2868150"/>
            <a:ext cx="6241267" cy="3157929"/>
          </a:xfrm>
        </p:spPr>
        <p:txBody>
          <a:bodyPr anchor="t"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6" name="Picture Placeholder 10"/>
          <p:cNvSpPr>
            <a:spLocks noGrp="1"/>
          </p:cNvSpPr>
          <p:nvPr>
            <p:ph type="pic" sz="quarter" idx="13"/>
          </p:nvPr>
        </p:nvSpPr>
        <p:spPr>
          <a:xfrm>
            <a:off x="7357442" y="831919"/>
            <a:ext cx="3949885" cy="5194161"/>
          </a:xfrm>
        </p:spPr>
        <p:txBody>
          <a:bodyPr/>
          <a:p>
            <a:endParaRPr lang="en-US"/>
          </a:p>
        </p:txBody>
      </p:sp>
      <p:sp>
        <p:nvSpPr>
          <p:cNvPr id="1048637"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638" name="Freeform 10"/>
          <p:cNvSpPr/>
          <p:nvPr userDrawn="1"/>
        </p:nvSpPr>
        <p:spPr>
          <a:xfrm>
            <a:off x="0" y="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639"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640" name="Date Placeholder 3"/>
          <p:cNvSpPr>
            <a:spLocks noGrp="1"/>
          </p:cNvSpPr>
          <p:nvPr>
            <p:ph type="dt" sz="half" idx="15"/>
          </p:nvPr>
        </p:nvSpPr>
        <p:spPr/>
        <p:txBody>
          <a:bodyPr/>
          <a:p>
            <a:r>
              <a:rPr altLang="zh-CN" lang="en-US"/>
              <a:t>03/13/2025</a:t>
            </a:r>
          </a:p>
        </p:txBody>
      </p:sp>
      <p:sp>
        <p:nvSpPr>
          <p:cNvPr id="1048641" name="Footer Placeholder 8"/>
          <p:cNvSpPr>
            <a:spLocks noGrp="1"/>
          </p:cNvSpPr>
          <p:nvPr>
            <p:ph type="ftr" sz="quarter" idx="16"/>
          </p:nvPr>
        </p:nvSpPr>
        <p:spPr/>
        <p:txBody>
          <a:bodyPr/>
          <a:p>
            <a:r>
              <a:rPr altLang="zh-CN" lang="en-US"/>
              <a:t>Sample Footer Text</a:t>
            </a:r>
          </a:p>
        </p:txBody>
      </p:sp>
      <p:sp>
        <p:nvSpPr>
          <p:cNvPr id="1048642" name="Slide Number Placeholder 9"/>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47" name=""/>
        <p:cNvGrpSpPr/>
        <p:nvPr/>
      </p:nvGrpSpPr>
      <p:grpSpPr>
        <a:xfrm>
          <a:off x="0" y="0"/>
          <a:ext cx="0" cy="0"/>
          <a:chOff x="0" y="0"/>
          <a:chExt cx="0" cy="0"/>
        </a:xfrm>
      </p:grpSpPr>
      <p:sp>
        <p:nvSpPr>
          <p:cNvPr id="1049143" name="Title 1"/>
          <p:cNvSpPr>
            <a:spLocks noGrp="1"/>
          </p:cNvSpPr>
          <p:nvPr>
            <p:ph type="title"/>
          </p:nvPr>
        </p:nvSpPr>
        <p:spPr>
          <a:xfrm>
            <a:off x="844000" y="831918"/>
            <a:ext cx="6135624" cy="1928791"/>
          </a:xfrm>
        </p:spPr>
        <p:txBody>
          <a:bodyPr anchor="b" bIns="0" lIns="0" rIns="0" tIns="0">
            <a:noAutofit/>
          </a:bodyPr>
          <a:lstStyle>
            <a:lvl1pPr>
              <a:defRPr baseline="0" b="0" sz="3600"/>
            </a:lvl1pPr>
          </a:lstStyle>
          <a:p>
            <a:r>
              <a:rPr lang="en-US"/>
              <a:t>Click to edit Master title style</a:t>
            </a:r>
          </a:p>
        </p:txBody>
      </p:sp>
      <p:sp>
        <p:nvSpPr>
          <p:cNvPr id="1049144" name="Content Placeholder 7"/>
          <p:cNvSpPr>
            <a:spLocks noGrp="1"/>
          </p:cNvSpPr>
          <p:nvPr>
            <p:ph sz="quarter" idx="18"/>
          </p:nvPr>
        </p:nvSpPr>
        <p:spPr>
          <a:xfrm>
            <a:off x="844000" y="2868150"/>
            <a:ext cx="6241267" cy="3157929"/>
          </a:xfrm>
        </p:spPr>
        <p:txBody>
          <a:bodyPr anchor="t"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45" name="Picture Placeholder 10"/>
          <p:cNvSpPr>
            <a:spLocks noGrp="1"/>
          </p:cNvSpPr>
          <p:nvPr>
            <p:ph type="pic" sz="quarter" idx="13"/>
          </p:nvPr>
        </p:nvSpPr>
        <p:spPr>
          <a:xfrm>
            <a:off x="7300452" y="831918"/>
            <a:ext cx="4006875" cy="5194161"/>
          </a:xfrm>
        </p:spPr>
        <p:txBody>
          <a:bodyPr/>
          <a:p>
            <a:endParaRPr lang="en-US"/>
          </a:p>
        </p:txBody>
      </p:sp>
      <p:sp>
        <p:nvSpPr>
          <p:cNvPr id="1049146"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47" name="Freeform 10"/>
          <p:cNvSpPr/>
          <p:nvPr userDrawn="1"/>
        </p:nvSpPr>
        <p:spPr>
          <a:xfrm>
            <a:off x="0" y="613410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48"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49" name="Date Placeholder 8"/>
          <p:cNvSpPr>
            <a:spLocks noGrp="1"/>
          </p:cNvSpPr>
          <p:nvPr>
            <p:ph type="dt" sz="half" idx="15"/>
          </p:nvPr>
        </p:nvSpPr>
        <p:spPr/>
        <p:txBody>
          <a:bodyPr/>
          <a:p>
            <a:r>
              <a:rPr altLang="zh-CN" lang="en-US"/>
              <a:t>03/13/2025</a:t>
            </a:r>
          </a:p>
        </p:txBody>
      </p:sp>
      <p:sp>
        <p:nvSpPr>
          <p:cNvPr id="1049150" name="Footer Placeholder 9"/>
          <p:cNvSpPr>
            <a:spLocks noGrp="1"/>
          </p:cNvSpPr>
          <p:nvPr>
            <p:ph type="ftr" sz="quarter" idx="16"/>
          </p:nvPr>
        </p:nvSpPr>
        <p:spPr/>
        <p:txBody>
          <a:bodyPr/>
          <a:p>
            <a:r>
              <a:rPr altLang="zh-CN" lang="en-US"/>
              <a:t>Sample Footer Text</a:t>
            </a:r>
          </a:p>
        </p:txBody>
      </p:sp>
      <p:sp>
        <p:nvSpPr>
          <p:cNvPr id="1049151" name="Slide Number Placeholder 11"/>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99" name=""/>
        <p:cNvGrpSpPr/>
        <p:nvPr/>
      </p:nvGrpSpPr>
      <p:grpSpPr>
        <a:xfrm>
          <a:off x="0" y="0"/>
          <a:ext cx="0" cy="0"/>
          <a:chOff x="0" y="0"/>
          <a:chExt cx="0" cy="0"/>
        </a:xfrm>
      </p:grpSpPr>
      <p:sp>
        <p:nvSpPr>
          <p:cNvPr id="1048710" name="Title 1"/>
          <p:cNvSpPr>
            <a:spLocks noGrp="1"/>
          </p:cNvSpPr>
          <p:nvPr>
            <p:ph type="title"/>
          </p:nvPr>
        </p:nvSpPr>
        <p:spPr>
          <a:xfrm>
            <a:off x="844000" y="831918"/>
            <a:ext cx="6135624" cy="1928791"/>
          </a:xfrm>
        </p:spPr>
        <p:txBody>
          <a:bodyPr anchor="b" bIns="0" lIns="0" rIns="0" tIns="0">
            <a:noAutofit/>
          </a:bodyPr>
          <a:lstStyle>
            <a:lvl1pPr algn="l">
              <a:defRPr baseline="0" b="0" sz="3600"/>
            </a:lvl1pPr>
          </a:lstStyle>
          <a:p>
            <a:r>
              <a:rPr lang="en-US"/>
              <a:t>Click to edit Master title style</a:t>
            </a:r>
          </a:p>
        </p:txBody>
      </p:sp>
      <p:sp>
        <p:nvSpPr>
          <p:cNvPr id="1048711" name="Picture Placeholder 10"/>
          <p:cNvSpPr>
            <a:spLocks noGrp="1"/>
          </p:cNvSpPr>
          <p:nvPr>
            <p:ph type="pic" sz="quarter" idx="13"/>
          </p:nvPr>
        </p:nvSpPr>
        <p:spPr>
          <a:xfrm>
            <a:off x="7300452" y="831918"/>
            <a:ext cx="4006875" cy="5194161"/>
          </a:xfrm>
        </p:spPr>
        <p:txBody>
          <a:bodyPr/>
          <a:p>
            <a:endParaRPr lang="en-US"/>
          </a:p>
        </p:txBody>
      </p:sp>
      <p:sp>
        <p:nvSpPr>
          <p:cNvPr id="1048712" name="Freeform 17"/>
          <p:cNvSpPr/>
          <p:nvPr userDrawn="1"/>
        </p:nvSpPr>
        <p:spPr>
          <a:xfrm>
            <a:off x="1" y="6526801"/>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713" name="Freeform 17"/>
          <p:cNvSpPr/>
          <p:nvPr userDrawn="1"/>
        </p:nvSpPr>
        <p:spPr>
          <a:xfrm flipV="1">
            <a:off x="7768799"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714"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15" name="Date Placeholder 2"/>
          <p:cNvSpPr>
            <a:spLocks noGrp="1"/>
          </p:cNvSpPr>
          <p:nvPr>
            <p:ph type="dt" sz="half" idx="15"/>
          </p:nvPr>
        </p:nvSpPr>
        <p:spPr/>
        <p:txBody>
          <a:bodyPr/>
          <a:p>
            <a:r>
              <a:rPr altLang="zh-CN" lang="en-US"/>
              <a:t>03/13/2025</a:t>
            </a:r>
          </a:p>
        </p:txBody>
      </p:sp>
      <p:sp>
        <p:nvSpPr>
          <p:cNvPr id="1048716" name="Footer Placeholder 3"/>
          <p:cNvSpPr>
            <a:spLocks noGrp="1"/>
          </p:cNvSpPr>
          <p:nvPr>
            <p:ph type="ftr" sz="quarter" idx="16"/>
          </p:nvPr>
        </p:nvSpPr>
        <p:spPr/>
        <p:txBody>
          <a:bodyPr/>
          <a:p>
            <a:r>
              <a:rPr altLang="zh-CN" lang="en-US"/>
              <a:t>Sample Footer Text</a:t>
            </a:r>
          </a:p>
        </p:txBody>
      </p:sp>
      <p:sp>
        <p:nvSpPr>
          <p:cNvPr id="1048717" name="Slide Number Placeholder 8"/>
          <p:cNvSpPr>
            <a:spLocks noGrp="1"/>
          </p:cNvSpPr>
          <p:nvPr>
            <p:ph type="sldNum" sz="half" idx="17"/>
          </p:nvPr>
        </p:nvSpPr>
        <p:spPr/>
        <p:txBody>
          <a:bodyPr/>
          <a:p>
            <a:fld id="{64D095EA-18D5-4754-B677-EAAE710458D2}" type="slidenum">
              <a:rPr altLang="zh-CN" lang="en-US" smtClean="0"/>
              <a:t>‹#›</a:t>
            </a:fld>
            <a:endParaRPr altLang="zh-CN" lang="en-US"/>
          </a:p>
        </p:txBody>
      </p:sp>
      <p:sp>
        <p:nvSpPr>
          <p:cNvPr id="1048718" name="Content Placeholder 7"/>
          <p:cNvSpPr>
            <a:spLocks noGrp="1"/>
          </p:cNvSpPr>
          <p:nvPr>
            <p:ph sz="quarter" idx="18"/>
          </p:nvPr>
        </p:nvSpPr>
        <p:spPr>
          <a:xfrm>
            <a:off x="844000" y="2868150"/>
            <a:ext cx="6241267" cy="3157929"/>
          </a:xfrm>
        </p:spPr>
        <p:txBody>
          <a:bodyPr anchor="t"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78" name=""/>
        <p:cNvGrpSpPr/>
        <p:nvPr/>
      </p:nvGrpSpPr>
      <p:grpSpPr>
        <a:xfrm>
          <a:off x="0" y="0"/>
          <a:ext cx="0" cy="0"/>
          <a:chOff x="0" y="0"/>
          <a:chExt cx="0" cy="0"/>
        </a:xfrm>
      </p:grpSpPr>
      <p:sp>
        <p:nvSpPr>
          <p:cNvPr id="1048581" name="Title 1"/>
          <p:cNvSpPr>
            <a:spLocks noGrp="1"/>
          </p:cNvSpPr>
          <p:nvPr>
            <p:ph type="title"/>
          </p:nvPr>
        </p:nvSpPr>
        <p:spPr>
          <a:xfrm>
            <a:off x="844000" y="825622"/>
            <a:ext cx="5906997" cy="1928790"/>
          </a:xfrm>
        </p:spPr>
        <p:txBody>
          <a:bodyPr anchor="b" bIns="0" lIns="0" rIns="0" tIns="0">
            <a:noAutofit/>
          </a:bodyPr>
          <a:lstStyle>
            <a:lvl1pPr>
              <a:defRPr baseline="0" b="0" sz="3600"/>
            </a:lvl1pPr>
          </a:lstStyle>
          <a:p>
            <a:r>
              <a:rPr lang="en-US"/>
              <a:t>Click to edit Master title style</a:t>
            </a:r>
          </a:p>
        </p:txBody>
      </p:sp>
      <p:sp>
        <p:nvSpPr>
          <p:cNvPr id="1048582" name="Content Placeholder 7"/>
          <p:cNvSpPr>
            <a:spLocks noGrp="1"/>
          </p:cNvSpPr>
          <p:nvPr>
            <p:ph sz="quarter" idx="22"/>
          </p:nvPr>
        </p:nvSpPr>
        <p:spPr>
          <a:xfrm>
            <a:off x="844001" y="2868150"/>
            <a:ext cx="5906996" cy="3157929"/>
          </a:xfrm>
        </p:spPr>
        <p:txBody>
          <a:bodyPr anchor="t"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Picture Placeholder 10"/>
          <p:cNvSpPr>
            <a:spLocks noGrp="1"/>
          </p:cNvSpPr>
          <p:nvPr>
            <p:ph type="pic" sz="quarter" idx="18"/>
          </p:nvPr>
        </p:nvSpPr>
        <p:spPr>
          <a:xfrm>
            <a:off x="7300452" y="831918"/>
            <a:ext cx="4006875" cy="5194161"/>
          </a:xfrm>
        </p:spPr>
        <p:txBody>
          <a:bodyPr/>
          <a:p>
            <a:endParaRPr lang="en-US"/>
          </a:p>
        </p:txBody>
      </p:sp>
      <p:sp>
        <p:nvSpPr>
          <p:cNvPr id="1048584" name="Freeform 17"/>
          <p:cNvSpPr/>
          <p:nvPr userDrawn="1"/>
        </p:nvSpPr>
        <p:spPr>
          <a:xfrm>
            <a:off x="1" y="6526801"/>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585" name="Freeform 17"/>
          <p:cNvSpPr/>
          <p:nvPr userDrawn="1"/>
        </p:nvSpPr>
        <p:spPr>
          <a:xfrm flipV="1">
            <a:off x="7768799"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586"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587" name="Date Placeholder 3"/>
          <p:cNvSpPr>
            <a:spLocks noGrp="1"/>
          </p:cNvSpPr>
          <p:nvPr>
            <p:ph type="dt" sz="half" idx="19"/>
          </p:nvPr>
        </p:nvSpPr>
        <p:spPr/>
        <p:txBody>
          <a:bodyPr/>
          <a:p>
            <a:r>
              <a:rPr altLang="zh-CN" lang="en-US"/>
              <a:t>03/13/2025</a:t>
            </a:r>
          </a:p>
        </p:txBody>
      </p:sp>
      <p:sp>
        <p:nvSpPr>
          <p:cNvPr id="1048588" name="Footer Placeholder 8"/>
          <p:cNvSpPr>
            <a:spLocks noGrp="1"/>
          </p:cNvSpPr>
          <p:nvPr>
            <p:ph type="ftr" sz="quarter" idx="20"/>
          </p:nvPr>
        </p:nvSpPr>
        <p:spPr/>
        <p:txBody>
          <a:bodyPr/>
          <a:p>
            <a:r>
              <a:rPr altLang="zh-CN" lang="en-US"/>
              <a:t>Sample Footer Text</a:t>
            </a:r>
          </a:p>
        </p:txBody>
      </p:sp>
      <p:sp>
        <p:nvSpPr>
          <p:cNvPr id="1048589" name="Slide Number Placeholder 9"/>
          <p:cNvSpPr>
            <a:spLocks noGrp="1"/>
          </p:cNvSpPr>
          <p:nvPr>
            <p:ph type="sldNum" sz="half" idx="21"/>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17" name=""/>
        <p:cNvGrpSpPr/>
        <p:nvPr/>
      </p:nvGrpSpPr>
      <p:grpSpPr>
        <a:xfrm>
          <a:off x="0" y="0"/>
          <a:ext cx="0" cy="0"/>
          <a:chOff x="0" y="0"/>
          <a:chExt cx="0" cy="0"/>
        </a:xfrm>
      </p:grpSpPr>
      <p:sp>
        <p:nvSpPr>
          <p:cNvPr id="1048878" name="Title 1"/>
          <p:cNvSpPr>
            <a:spLocks noGrp="1"/>
          </p:cNvSpPr>
          <p:nvPr>
            <p:ph type="title"/>
          </p:nvPr>
        </p:nvSpPr>
        <p:spPr>
          <a:xfrm>
            <a:off x="844000" y="831918"/>
            <a:ext cx="6135623" cy="1922494"/>
          </a:xfrm>
        </p:spPr>
        <p:txBody>
          <a:bodyPr anchor="b" bIns="0" lIns="0" rIns="0" tIns="0">
            <a:noAutofit/>
          </a:bodyPr>
          <a:lstStyle>
            <a:lvl1pPr>
              <a:defRPr baseline="0" b="0" sz="3600"/>
            </a:lvl1pPr>
          </a:lstStyle>
          <a:p>
            <a:r>
              <a:rPr lang="en-US"/>
              <a:t>Click to edit Master title style</a:t>
            </a:r>
          </a:p>
        </p:txBody>
      </p:sp>
      <p:sp>
        <p:nvSpPr>
          <p:cNvPr id="1048879" name="Picture Placeholder 10"/>
          <p:cNvSpPr>
            <a:spLocks noGrp="1"/>
          </p:cNvSpPr>
          <p:nvPr>
            <p:ph type="pic" sz="quarter" idx="13"/>
          </p:nvPr>
        </p:nvSpPr>
        <p:spPr>
          <a:xfrm>
            <a:off x="7300453" y="831918"/>
            <a:ext cx="4006874" cy="5194161"/>
          </a:xfrm>
        </p:spPr>
        <p:txBody>
          <a:bodyPr/>
          <a:p>
            <a:endParaRPr lang="en-US"/>
          </a:p>
        </p:txBody>
      </p:sp>
      <p:sp>
        <p:nvSpPr>
          <p:cNvPr id="1048880" name="Freeform: Shape 12"/>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p>
            <a:endParaRPr altLang="en-US" lang="zh-CN"/>
          </a:p>
        </p:txBody>
      </p:sp>
      <p:sp>
        <p:nvSpPr>
          <p:cNvPr id="1048881"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882"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83" name="Date Placeholder 4"/>
          <p:cNvSpPr>
            <a:spLocks noGrp="1"/>
          </p:cNvSpPr>
          <p:nvPr>
            <p:ph type="dt" sz="half" idx="15"/>
          </p:nvPr>
        </p:nvSpPr>
        <p:spPr/>
        <p:txBody>
          <a:bodyPr/>
          <a:p>
            <a:r>
              <a:rPr altLang="zh-CN" lang="en-US"/>
              <a:t>03/13/2025</a:t>
            </a:r>
          </a:p>
        </p:txBody>
      </p:sp>
      <p:sp>
        <p:nvSpPr>
          <p:cNvPr id="1048884" name="Footer Placeholder 5"/>
          <p:cNvSpPr>
            <a:spLocks noGrp="1"/>
          </p:cNvSpPr>
          <p:nvPr>
            <p:ph type="ftr" sz="quarter" idx="16"/>
          </p:nvPr>
        </p:nvSpPr>
        <p:spPr/>
        <p:txBody>
          <a:bodyPr/>
          <a:p>
            <a:r>
              <a:rPr altLang="zh-CN" lang="en-US"/>
              <a:t>Sample Footer Text</a:t>
            </a:r>
          </a:p>
        </p:txBody>
      </p:sp>
      <p:sp>
        <p:nvSpPr>
          <p:cNvPr id="1048885"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
        <p:nvSpPr>
          <p:cNvPr id="1048886" name="Content Placeholder 7"/>
          <p:cNvSpPr>
            <a:spLocks noGrp="1"/>
          </p:cNvSpPr>
          <p:nvPr>
            <p:ph sz="quarter" idx="18"/>
          </p:nvPr>
        </p:nvSpPr>
        <p:spPr>
          <a:xfrm>
            <a:off x="844000" y="2868150"/>
            <a:ext cx="6241267" cy="3157929"/>
          </a:xfrm>
        </p:spPr>
        <p:txBody>
          <a:bodyPr anchor="t"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13" name=""/>
        <p:cNvGrpSpPr/>
        <p:nvPr/>
      </p:nvGrpSpPr>
      <p:grpSpPr>
        <a:xfrm>
          <a:off x="0" y="0"/>
          <a:ext cx="0" cy="0"/>
          <a:chOff x="0" y="0"/>
          <a:chExt cx="0" cy="0"/>
        </a:xfrm>
      </p:grpSpPr>
      <p:sp>
        <p:nvSpPr>
          <p:cNvPr id="1048834" name="Title 1"/>
          <p:cNvSpPr>
            <a:spLocks noGrp="1"/>
          </p:cNvSpPr>
          <p:nvPr>
            <p:ph type="title"/>
          </p:nvPr>
        </p:nvSpPr>
        <p:spPr>
          <a:xfrm>
            <a:off x="844063" y="831918"/>
            <a:ext cx="4361688" cy="1527048"/>
          </a:xfrm>
        </p:spPr>
        <p:txBody>
          <a:bodyPr anchor="b" bIns="0" lIns="0" rIns="0" tIns="0">
            <a:noAutofit/>
          </a:bodyPr>
          <a:lstStyle>
            <a:lvl1pPr>
              <a:defRPr b="0"/>
            </a:lvl1pPr>
          </a:lstStyle>
          <a:p>
            <a:r>
              <a:rPr lang="en-US"/>
              <a:t>Click to edit Master title style</a:t>
            </a:r>
          </a:p>
        </p:txBody>
      </p:sp>
      <p:sp>
        <p:nvSpPr>
          <p:cNvPr id="1048835" name="Picture Placeholder 10"/>
          <p:cNvSpPr>
            <a:spLocks noGrp="1"/>
          </p:cNvSpPr>
          <p:nvPr>
            <p:ph type="pic" sz="quarter" idx="13"/>
          </p:nvPr>
        </p:nvSpPr>
        <p:spPr>
          <a:xfrm>
            <a:off x="5580428" y="831918"/>
            <a:ext cx="5767509" cy="5194161"/>
          </a:xfrm>
        </p:spPr>
        <p:txBody>
          <a:bodyPr/>
          <a:p>
            <a:endParaRPr lang="en-US"/>
          </a:p>
        </p:txBody>
      </p:sp>
      <p:sp>
        <p:nvSpPr>
          <p:cNvPr id="1048836" name="Freeform 10"/>
          <p:cNvSpPr/>
          <p:nvPr userDrawn="1"/>
        </p:nvSpPr>
        <p:spPr>
          <a:xfrm>
            <a:off x="10927775" y="6134100"/>
            <a:ext cx="1264225"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37" name="Freeform 10"/>
          <p:cNvSpPr/>
          <p:nvPr userDrawn="1"/>
        </p:nvSpPr>
        <p:spPr>
          <a:xfrm>
            <a:off x="0" y="-7294"/>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38" name="Date Placeholder 9"/>
          <p:cNvSpPr>
            <a:spLocks noGrp="1"/>
          </p:cNvSpPr>
          <p:nvPr>
            <p:ph type="dt" sz="half" idx="15"/>
          </p:nvPr>
        </p:nvSpPr>
        <p:spPr/>
        <p:txBody>
          <a:bodyPr/>
          <a:p>
            <a:r>
              <a:rPr altLang="zh-CN" lang="en-US"/>
              <a:t>03/13/2025</a:t>
            </a:r>
          </a:p>
        </p:txBody>
      </p:sp>
      <p:sp>
        <p:nvSpPr>
          <p:cNvPr id="1048839" name="Footer Placeholder 10"/>
          <p:cNvSpPr>
            <a:spLocks noGrp="1"/>
          </p:cNvSpPr>
          <p:nvPr>
            <p:ph type="ftr" sz="quarter" idx="16"/>
          </p:nvPr>
        </p:nvSpPr>
        <p:spPr/>
        <p:txBody>
          <a:bodyPr/>
          <a:p>
            <a:r>
              <a:rPr altLang="zh-CN" lang="en-US"/>
              <a:t>Sample Footer Text</a:t>
            </a:r>
          </a:p>
        </p:txBody>
      </p:sp>
      <p:sp>
        <p:nvSpPr>
          <p:cNvPr id="1048840" name="Slide Number Placeholder 14"/>
          <p:cNvSpPr>
            <a:spLocks noGrp="1"/>
          </p:cNvSpPr>
          <p:nvPr>
            <p:ph type="sldNum" sz="half" idx="17"/>
          </p:nvPr>
        </p:nvSpPr>
        <p:spPr/>
        <p:txBody>
          <a:bodyPr/>
          <a:p>
            <a:fld id="{64D095EA-18D5-4754-B677-EAAE710458D2}" type="slidenum">
              <a:rPr altLang="zh-CN" lang="en-US" smtClean="0"/>
              <a:t>‹#›</a:t>
            </a:fld>
            <a:endParaRPr altLang="zh-CN" lang="en-US"/>
          </a:p>
        </p:txBody>
      </p:sp>
      <p:sp>
        <p:nvSpPr>
          <p:cNvPr id="1048841" name="Content Placeholder 7"/>
          <p:cNvSpPr>
            <a:spLocks noGrp="1"/>
          </p:cNvSpPr>
          <p:nvPr>
            <p:ph sz="quarter" idx="18"/>
          </p:nvPr>
        </p:nvSpPr>
        <p:spPr>
          <a:xfrm>
            <a:off x="844000" y="2548648"/>
            <a:ext cx="4361689" cy="3477432"/>
          </a:xfrm>
        </p:spPr>
        <p:txBody>
          <a:bodyPr anchor="t"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22" name=""/>
        <p:cNvGrpSpPr/>
        <p:nvPr/>
      </p:nvGrpSpPr>
      <p:grpSpPr>
        <a:xfrm>
          <a:off x="0" y="0"/>
          <a:ext cx="0" cy="0"/>
          <a:chOff x="0" y="0"/>
          <a:chExt cx="0" cy="0"/>
        </a:xfrm>
      </p:grpSpPr>
      <p:sp>
        <p:nvSpPr>
          <p:cNvPr id="1048924" name="Title 1"/>
          <p:cNvSpPr>
            <a:spLocks noGrp="1"/>
          </p:cNvSpPr>
          <p:nvPr>
            <p:ph type="title"/>
          </p:nvPr>
        </p:nvSpPr>
        <p:spPr>
          <a:xfrm>
            <a:off x="6825064" y="825622"/>
            <a:ext cx="4522936" cy="932688"/>
          </a:xfrm>
        </p:spPr>
        <p:txBody>
          <a:bodyPr anchor="b" bIns="0" lIns="0" rIns="0" tIns="0">
            <a:noAutofit/>
          </a:bodyPr>
          <a:lstStyle>
            <a:lvl1pPr>
              <a:defRPr b="0" sz="3200"/>
            </a:lvl1pPr>
          </a:lstStyle>
          <a:p>
            <a:r>
              <a:rPr lang="en-US"/>
              <a:t>Click to edit Master title style</a:t>
            </a:r>
          </a:p>
        </p:txBody>
      </p:sp>
      <p:sp>
        <p:nvSpPr>
          <p:cNvPr id="1048925" name="Content Placeholder 7"/>
          <p:cNvSpPr>
            <a:spLocks noGrp="1"/>
          </p:cNvSpPr>
          <p:nvPr>
            <p:ph sz="quarter" idx="14"/>
          </p:nvPr>
        </p:nvSpPr>
        <p:spPr>
          <a:xfrm>
            <a:off x="6830231" y="1970468"/>
            <a:ext cx="4512601" cy="4055611"/>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6" name="Picture Placeholder 10"/>
          <p:cNvSpPr>
            <a:spLocks noGrp="1"/>
          </p:cNvSpPr>
          <p:nvPr>
            <p:ph type="pic" sz="quarter" idx="13"/>
          </p:nvPr>
        </p:nvSpPr>
        <p:spPr>
          <a:xfrm>
            <a:off x="843999" y="831918"/>
            <a:ext cx="5648242" cy="5194161"/>
          </a:xfrm>
        </p:spPr>
        <p:txBody>
          <a:bodyPr/>
          <a:p>
            <a:endParaRPr lang="en-US"/>
          </a:p>
        </p:txBody>
      </p:sp>
      <p:sp>
        <p:nvSpPr>
          <p:cNvPr id="1048927" name="Freeform 10"/>
          <p:cNvSpPr/>
          <p:nvPr userDrawn="1"/>
        </p:nvSpPr>
        <p:spPr>
          <a:xfrm>
            <a:off x="0" y="613410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28" name="Freeform 10"/>
          <p:cNvSpPr/>
          <p:nvPr userDrawn="1"/>
        </p:nvSpPr>
        <p:spPr>
          <a:xfrm>
            <a:off x="10927775" y="0"/>
            <a:ext cx="1264225"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29" name="Date Placeholder 4"/>
          <p:cNvSpPr>
            <a:spLocks noGrp="1"/>
          </p:cNvSpPr>
          <p:nvPr>
            <p:ph type="dt" sz="half" idx="15"/>
          </p:nvPr>
        </p:nvSpPr>
        <p:spPr/>
        <p:txBody>
          <a:bodyPr/>
          <a:p>
            <a:r>
              <a:rPr altLang="zh-CN" lang="en-US"/>
              <a:t>03/13/2025</a:t>
            </a:r>
          </a:p>
        </p:txBody>
      </p:sp>
      <p:sp>
        <p:nvSpPr>
          <p:cNvPr id="1048930" name="Footer Placeholder 5"/>
          <p:cNvSpPr>
            <a:spLocks noGrp="1"/>
          </p:cNvSpPr>
          <p:nvPr>
            <p:ph type="ftr" sz="quarter" idx="16"/>
          </p:nvPr>
        </p:nvSpPr>
        <p:spPr/>
        <p:txBody>
          <a:bodyPr/>
          <a:p>
            <a:r>
              <a:rPr altLang="zh-CN" lang="en-US"/>
              <a:t>Sample Footer Text</a:t>
            </a:r>
          </a:p>
        </p:txBody>
      </p:sp>
      <p:sp>
        <p:nvSpPr>
          <p:cNvPr id="1048931"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26" name=""/>
        <p:cNvGrpSpPr/>
        <p:nvPr/>
      </p:nvGrpSpPr>
      <p:grpSpPr>
        <a:xfrm>
          <a:off x="0" y="0"/>
          <a:ext cx="0" cy="0"/>
          <a:chOff x="0" y="0"/>
          <a:chExt cx="0" cy="0"/>
        </a:xfrm>
      </p:grpSpPr>
      <p:sp>
        <p:nvSpPr>
          <p:cNvPr id="1048957" name="Title 1"/>
          <p:cNvSpPr>
            <a:spLocks noGrp="1"/>
          </p:cNvSpPr>
          <p:nvPr>
            <p:ph type="title"/>
          </p:nvPr>
        </p:nvSpPr>
        <p:spPr>
          <a:xfrm>
            <a:off x="873490" y="831919"/>
            <a:ext cx="4572000" cy="932688"/>
          </a:xfrm>
        </p:spPr>
        <p:txBody>
          <a:bodyPr anchor="b" bIns="0" lIns="0" rIns="0" tIns="0">
            <a:noAutofit/>
          </a:bodyPr>
          <a:lstStyle>
            <a:lvl1pPr>
              <a:defRPr b="0" sz="3200"/>
            </a:lvl1pPr>
          </a:lstStyle>
          <a:p>
            <a:r>
              <a:rPr lang="en-US"/>
              <a:t>Click to edit Master title style</a:t>
            </a:r>
          </a:p>
        </p:txBody>
      </p:sp>
      <p:sp>
        <p:nvSpPr>
          <p:cNvPr id="1048958" name="Content Placeholder 7"/>
          <p:cNvSpPr>
            <a:spLocks noGrp="1"/>
          </p:cNvSpPr>
          <p:nvPr>
            <p:ph sz="quarter" idx="14"/>
          </p:nvPr>
        </p:nvSpPr>
        <p:spPr>
          <a:xfrm>
            <a:off x="873616" y="1892623"/>
            <a:ext cx="4572000" cy="4133457"/>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59" name="Picture Placeholder 10"/>
          <p:cNvSpPr>
            <a:spLocks noGrp="1"/>
          </p:cNvSpPr>
          <p:nvPr>
            <p:ph type="pic" sz="quarter" idx="13"/>
          </p:nvPr>
        </p:nvSpPr>
        <p:spPr>
          <a:xfrm>
            <a:off x="5917721" y="831919"/>
            <a:ext cx="5430280" cy="5194162"/>
          </a:xfrm>
        </p:spPr>
        <p:txBody>
          <a:bodyPr/>
          <a:p>
            <a:endParaRPr lang="en-US"/>
          </a:p>
        </p:txBody>
      </p:sp>
      <p:sp>
        <p:nvSpPr>
          <p:cNvPr id="1048960" name="Freeform 17"/>
          <p:cNvSpPr/>
          <p:nvPr userDrawn="1"/>
        </p:nvSpPr>
        <p:spPr>
          <a:xfrm>
            <a:off x="1" y="6526801"/>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961" name="Freeform 17"/>
          <p:cNvSpPr/>
          <p:nvPr userDrawn="1"/>
        </p:nvSpPr>
        <p:spPr>
          <a:xfrm flipV="1">
            <a:off x="7768799"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962" name="Freeform 17"/>
          <p:cNvSpPr/>
          <p:nvPr userDrawn="1"/>
        </p:nvSpPr>
        <p:spPr>
          <a:xfrm>
            <a:off x="1" y="0"/>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963" name="Freeform 17"/>
          <p:cNvSpPr/>
          <p:nvPr userDrawn="1"/>
        </p:nvSpPr>
        <p:spPr>
          <a:xfrm flipV="1">
            <a:off x="0"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964" name="Date Placeholder 4"/>
          <p:cNvSpPr>
            <a:spLocks noGrp="1"/>
          </p:cNvSpPr>
          <p:nvPr>
            <p:ph type="dt" sz="half" idx="15"/>
          </p:nvPr>
        </p:nvSpPr>
        <p:spPr/>
        <p:txBody>
          <a:bodyPr/>
          <a:p>
            <a:r>
              <a:rPr altLang="zh-CN" lang="en-US"/>
              <a:t>03/13/2025</a:t>
            </a:r>
          </a:p>
        </p:txBody>
      </p:sp>
      <p:sp>
        <p:nvSpPr>
          <p:cNvPr id="1048965" name="Footer Placeholder 5"/>
          <p:cNvSpPr>
            <a:spLocks noGrp="1"/>
          </p:cNvSpPr>
          <p:nvPr>
            <p:ph type="ftr" sz="quarter" idx="16"/>
          </p:nvPr>
        </p:nvSpPr>
        <p:spPr/>
        <p:txBody>
          <a:bodyPr/>
          <a:p>
            <a:r>
              <a:rPr altLang="zh-CN" lang="en-US"/>
              <a:t>Sample Footer Text</a:t>
            </a:r>
          </a:p>
        </p:txBody>
      </p:sp>
      <p:sp>
        <p:nvSpPr>
          <p:cNvPr id="1048966"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35" name=""/>
        <p:cNvGrpSpPr/>
        <p:nvPr/>
      </p:nvGrpSpPr>
      <p:grpSpPr>
        <a:xfrm>
          <a:off x="0" y="0"/>
          <a:ext cx="0" cy="0"/>
          <a:chOff x="0" y="0"/>
          <a:chExt cx="0" cy="0"/>
        </a:xfrm>
      </p:grpSpPr>
      <p:sp>
        <p:nvSpPr>
          <p:cNvPr id="1049037" name="Title 1"/>
          <p:cNvSpPr>
            <a:spLocks noGrp="1"/>
          </p:cNvSpPr>
          <p:nvPr>
            <p:ph type="title"/>
          </p:nvPr>
        </p:nvSpPr>
        <p:spPr>
          <a:xfrm>
            <a:off x="7946432" y="831918"/>
            <a:ext cx="3401568" cy="1527048"/>
          </a:xfrm>
        </p:spPr>
        <p:txBody>
          <a:bodyPr anchor="b" bIns="0" lIns="0" rIns="0" tIns="0">
            <a:noAutofit/>
          </a:bodyPr>
          <a:lstStyle>
            <a:lvl1pPr>
              <a:defRPr b="0" sz="3200"/>
            </a:lvl1pPr>
          </a:lstStyle>
          <a:p>
            <a:r>
              <a:rPr lang="en-US"/>
              <a:t>Click to edit Master title style</a:t>
            </a:r>
          </a:p>
        </p:txBody>
      </p:sp>
      <p:sp>
        <p:nvSpPr>
          <p:cNvPr id="1049038" name="Content Placeholder 7"/>
          <p:cNvSpPr>
            <a:spLocks noGrp="1"/>
          </p:cNvSpPr>
          <p:nvPr>
            <p:ph sz="quarter" idx="14"/>
          </p:nvPr>
        </p:nvSpPr>
        <p:spPr>
          <a:xfrm>
            <a:off x="7946432" y="2539814"/>
            <a:ext cx="3401568" cy="3486265"/>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39" name="Picture Placeholder 10"/>
          <p:cNvSpPr>
            <a:spLocks noGrp="1"/>
          </p:cNvSpPr>
          <p:nvPr>
            <p:ph type="pic" sz="quarter" idx="13"/>
          </p:nvPr>
        </p:nvSpPr>
        <p:spPr>
          <a:xfrm>
            <a:off x="844000" y="831918"/>
            <a:ext cx="6740144" cy="5194161"/>
          </a:xfrm>
        </p:spPr>
        <p:txBody>
          <a:bodyPr/>
          <a:p>
            <a:endParaRPr lang="en-US"/>
          </a:p>
        </p:txBody>
      </p:sp>
      <p:sp>
        <p:nvSpPr>
          <p:cNvPr id="1049040" name="Freeform 17"/>
          <p:cNvSpPr/>
          <p:nvPr userDrawn="1"/>
        </p:nvSpPr>
        <p:spPr>
          <a:xfrm>
            <a:off x="1" y="6526801"/>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9041" name="Freeform 17"/>
          <p:cNvSpPr/>
          <p:nvPr userDrawn="1"/>
        </p:nvSpPr>
        <p:spPr>
          <a:xfrm flipV="1">
            <a:off x="7768799"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9042"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43" name="Date Placeholder 3"/>
          <p:cNvSpPr>
            <a:spLocks noGrp="1"/>
          </p:cNvSpPr>
          <p:nvPr>
            <p:ph type="dt" sz="half" idx="15"/>
          </p:nvPr>
        </p:nvSpPr>
        <p:spPr/>
        <p:txBody>
          <a:bodyPr/>
          <a:p>
            <a:r>
              <a:rPr altLang="zh-CN" lang="en-US"/>
              <a:t>03/13/2025</a:t>
            </a:r>
          </a:p>
        </p:txBody>
      </p:sp>
      <p:sp>
        <p:nvSpPr>
          <p:cNvPr id="1049044" name="Footer Placeholder 8"/>
          <p:cNvSpPr>
            <a:spLocks noGrp="1"/>
          </p:cNvSpPr>
          <p:nvPr>
            <p:ph type="ftr" sz="quarter" idx="16"/>
          </p:nvPr>
        </p:nvSpPr>
        <p:spPr/>
        <p:txBody>
          <a:bodyPr/>
          <a:p>
            <a:r>
              <a:rPr altLang="zh-CN" lang="en-US"/>
              <a:t>Sample Footer Text</a:t>
            </a:r>
          </a:p>
        </p:txBody>
      </p:sp>
      <p:sp>
        <p:nvSpPr>
          <p:cNvPr id="1049045" name="Slide Number Placeholder 9"/>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43" name=""/>
        <p:cNvGrpSpPr/>
        <p:nvPr/>
      </p:nvGrpSpPr>
      <p:grpSpPr>
        <a:xfrm>
          <a:off x="0" y="0"/>
          <a:ext cx="0" cy="0"/>
          <a:chOff x="0" y="0"/>
          <a:chExt cx="0" cy="0"/>
        </a:xfrm>
      </p:grpSpPr>
      <p:sp>
        <p:nvSpPr>
          <p:cNvPr id="1049110" name="Title 1"/>
          <p:cNvSpPr>
            <a:spLocks noGrp="1"/>
          </p:cNvSpPr>
          <p:nvPr>
            <p:ph type="title"/>
          </p:nvPr>
        </p:nvSpPr>
        <p:spPr>
          <a:xfrm>
            <a:off x="844000" y="831919"/>
            <a:ext cx="3401568" cy="1527048"/>
          </a:xfrm>
        </p:spPr>
        <p:txBody>
          <a:bodyPr anchor="b" bIns="0" lIns="0" rIns="0" tIns="0">
            <a:noAutofit/>
          </a:bodyPr>
          <a:lstStyle>
            <a:lvl1pPr>
              <a:defRPr b="0" sz="3200"/>
            </a:lvl1pPr>
          </a:lstStyle>
          <a:p>
            <a:r>
              <a:rPr lang="en-US"/>
              <a:t>Click to edit Master title style</a:t>
            </a:r>
          </a:p>
        </p:txBody>
      </p:sp>
      <p:sp>
        <p:nvSpPr>
          <p:cNvPr id="1049111" name="Content Placeholder 7"/>
          <p:cNvSpPr>
            <a:spLocks noGrp="1"/>
          </p:cNvSpPr>
          <p:nvPr>
            <p:ph sz="quarter" idx="14"/>
          </p:nvPr>
        </p:nvSpPr>
        <p:spPr>
          <a:xfrm>
            <a:off x="844000" y="2538248"/>
            <a:ext cx="3401568" cy="3487832"/>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12" name="Picture Placeholder 10"/>
          <p:cNvSpPr>
            <a:spLocks noGrp="1"/>
          </p:cNvSpPr>
          <p:nvPr>
            <p:ph type="pic" sz="quarter" idx="13"/>
          </p:nvPr>
        </p:nvSpPr>
        <p:spPr>
          <a:xfrm>
            <a:off x="4761781" y="831919"/>
            <a:ext cx="6586220" cy="5194162"/>
          </a:xfrm>
        </p:spPr>
        <p:txBody>
          <a:bodyPr/>
          <a:p>
            <a:endParaRPr lang="en-US"/>
          </a:p>
        </p:txBody>
      </p:sp>
      <p:sp>
        <p:nvSpPr>
          <p:cNvPr id="1049113" name="Freeform 17"/>
          <p:cNvSpPr/>
          <p:nvPr userDrawn="1"/>
        </p:nvSpPr>
        <p:spPr>
          <a:xfrm>
            <a:off x="1" y="6526801"/>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9114"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9115"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16" name="Date Placeholder 4"/>
          <p:cNvSpPr>
            <a:spLocks noGrp="1"/>
          </p:cNvSpPr>
          <p:nvPr>
            <p:ph type="dt" sz="half" idx="15"/>
          </p:nvPr>
        </p:nvSpPr>
        <p:spPr/>
        <p:txBody>
          <a:bodyPr/>
          <a:p>
            <a:r>
              <a:rPr altLang="zh-CN" lang="en-US"/>
              <a:t>03/13/2025</a:t>
            </a:r>
          </a:p>
        </p:txBody>
      </p:sp>
      <p:sp>
        <p:nvSpPr>
          <p:cNvPr id="1049117" name="Footer Placeholder 5"/>
          <p:cNvSpPr>
            <a:spLocks noGrp="1"/>
          </p:cNvSpPr>
          <p:nvPr>
            <p:ph type="ftr" sz="quarter" idx="16"/>
          </p:nvPr>
        </p:nvSpPr>
        <p:spPr/>
        <p:txBody>
          <a:bodyPr/>
          <a:p>
            <a:r>
              <a:rPr altLang="zh-CN" lang="en-US"/>
              <a:t>Sample Footer Text</a:t>
            </a:r>
          </a:p>
        </p:txBody>
      </p:sp>
      <p:sp>
        <p:nvSpPr>
          <p:cNvPr id="1049118"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23" name=""/>
        <p:cNvGrpSpPr/>
        <p:nvPr/>
      </p:nvGrpSpPr>
      <p:grpSpPr>
        <a:xfrm>
          <a:off x="0" y="0"/>
          <a:ext cx="0" cy="0"/>
          <a:chOff x="0" y="0"/>
          <a:chExt cx="0" cy="0"/>
        </a:xfrm>
      </p:grpSpPr>
      <p:sp>
        <p:nvSpPr>
          <p:cNvPr id="1048932" name="Title 1"/>
          <p:cNvSpPr>
            <a:spLocks noGrp="1"/>
          </p:cNvSpPr>
          <p:nvPr>
            <p:ph type="title"/>
          </p:nvPr>
        </p:nvSpPr>
        <p:spPr>
          <a:xfrm>
            <a:off x="8073454" y="831919"/>
            <a:ext cx="3273552" cy="2035696"/>
          </a:xfrm>
        </p:spPr>
        <p:txBody>
          <a:bodyPr anchor="b" bIns="0" lIns="0" rIns="0" tIns="0">
            <a:noAutofit/>
          </a:bodyPr>
          <a:lstStyle>
            <a:lvl1pPr>
              <a:defRPr b="0"/>
            </a:lvl1pPr>
          </a:lstStyle>
          <a:p>
            <a:r>
              <a:rPr lang="en-US"/>
              <a:t>Click to edit Master title style</a:t>
            </a:r>
          </a:p>
        </p:txBody>
      </p:sp>
      <p:sp>
        <p:nvSpPr>
          <p:cNvPr id="1048933" name="Content Placeholder 7"/>
          <p:cNvSpPr>
            <a:spLocks noGrp="1"/>
          </p:cNvSpPr>
          <p:nvPr>
            <p:ph sz="quarter" idx="14"/>
          </p:nvPr>
        </p:nvSpPr>
        <p:spPr>
          <a:xfrm>
            <a:off x="8074448" y="2970092"/>
            <a:ext cx="3273552" cy="2953512"/>
          </a:xfrm>
        </p:spPr>
        <p:txBody>
          <a:bodyPr bIns="0" lIns="0" rIns="0" tIns="0">
            <a:noAutofit/>
          </a:bodyPr>
          <a:lstStyle>
            <a:lvl1pPr indent="0" marL="0">
              <a:buNone/>
              <a:defRPr sz="1400"/>
            </a:lvl1pPr>
            <a:lvl2pPr indent="0" marL="228600">
              <a:buNone/>
              <a:defRPr sz="1200"/>
            </a:lvl2pPr>
            <a:lvl3pPr indent="0" marL="457200">
              <a:buNone/>
              <a:defRPr sz="1100"/>
            </a:lvl3pPr>
            <a:lvl4pPr indent="0" marL="685800">
              <a:buNone/>
              <a:defRPr sz="1050"/>
            </a:lvl4pPr>
            <a:lvl5pPr indent="0" marL="91440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4" name="Picture Placeholder 10"/>
          <p:cNvSpPr>
            <a:spLocks noGrp="1"/>
          </p:cNvSpPr>
          <p:nvPr>
            <p:ph type="pic" sz="quarter" idx="13"/>
          </p:nvPr>
        </p:nvSpPr>
        <p:spPr>
          <a:xfrm>
            <a:off x="844000" y="831919"/>
            <a:ext cx="6937365" cy="5091685"/>
          </a:xfrm>
        </p:spPr>
        <p:txBody>
          <a:bodyPr/>
          <a:p>
            <a:endParaRPr lang="en-US"/>
          </a:p>
        </p:txBody>
      </p:sp>
      <p:sp>
        <p:nvSpPr>
          <p:cNvPr id="1048935" name="Freeform 10"/>
          <p:cNvSpPr/>
          <p:nvPr userDrawn="1"/>
        </p:nvSpPr>
        <p:spPr>
          <a:xfrm>
            <a:off x="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36" name="Freeform 17"/>
          <p:cNvSpPr/>
          <p:nvPr userDrawn="1"/>
        </p:nvSpPr>
        <p:spPr>
          <a:xfrm flipV="1">
            <a:off x="7768799" y="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937" name="Date Placeholder 4"/>
          <p:cNvSpPr>
            <a:spLocks noGrp="1"/>
          </p:cNvSpPr>
          <p:nvPr>
            <p:ph type="dt" sz="half" idx="15"/>
          </p:nvPr>
        </p:nvSpPr>
        <p:spPr/>
        <p:txBody>
          <a:bodyPr/>
          <a:p>
            <a:r>
              <a:rPr altLang="zh-CN" lang="en-US"/>
              <a:t>03/13/2025</a:t>
            </a:r>
          </a:p>
        </p:txBody>
      </p:sp>
      <p:sp>
        <p:nvSpPr>
          <p:cNvPr id="1048938" name="Footer Placeholder 5"/>
          <p:cNvSpPr>
            <a:spLocks noGrp="1"/>
          </p:cNvSpPr>
          <p:nvPr>
            <p:ph type="ftr" sz="quarter" idx="16"/>
          </p:nvPr>
        </p:nvSpPr>
        <p:spPr/>
        <p:txBody>
          <a:bodyPr/>
          <a:p>
            <a:r>
              <a:rPr altLang="zh-CN" lang="en-US"/>
              <a:t>Sample Footer Text</a:t>
            </a:r>
          </a:p>
        </p:txBody>
      </p:sp>
      <p:sp>
        <p:nvSpPr>
          <p:cNvPr id="1048939"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03" name=""/>
        <p:cNvGrpSpPr/>
        <p:nvPr/>
      </p:nvGrpSpPr>
      <p:grpSpPr>
        <a:xfrm>
          <a:off x="0" y="0"/>
          <a:ext cx="0" cy="0"/>
          <a:chOff x="0" y="0"/>
          <a:chExt cx="0" cy="0"/>
        </a:xfrm>
      </p:grpSpPr>
      <p:sp>
        <p:nvSpPr>
          <p:cNvPr id="1048749" name="Title 1"/>
          <p:cNvSpPr>
            <a:spLocks noGrp="1"/>
          </p:cNvSpPr>
          <p:nvPr>
            <p:ph type="title"/>
          </p:nvPr>
        </p:nvSpPr>
        <p:spPr>
          <a:xfrm>
            <a:off x="843998" y="4509559"/>
            <a:ext cx="4579339" cy="1516522"/>
          </a:xfrm>
        </p:spPr>
        <p:txBody>
          <a:bodyPr anchor="t" bIns="0" lIns="0" rIns="0" tIns="0">
            <a:normAutofit/>
          </a:bodyPr>
          <a:lstStyle>
            <a:lvl1pPr>
              <a:defRPr b="0" sz="3200"/>
            </a:lvl1pPr>
          </a:lstStyle>
          <a:p>
            <a:r>
              <a:rPr lang="en-US"/>
              <a:t>Click to edit Master title style</a:t>
            </a:r>
          </a:p>
        </p:txBody>
      </p:sp>
      <p:sp>
        <p:nvSpPr>
          <p:cNvPr id="1048750" name="Content Placeholder 7"/>
          <p:cNvSpPr>
            <a:spLocks noGrp="1"/>
          </p:cNvSpPr>
          <p:nvPr>
            <p:ph sz="quarter" idx="14"/>
          </p:nvPr>
        </p:nvSpPr>
        <p:spPr>
          <a:xfrm>
            <a:off x="5691351" y="4508939"/>
            <a:ext cx="5651393" cy="1516522"/>
          </a:xfrm>
        </p:spPr>
        <p:txBody>
          <a:bodyPr bIns="0" lIns="0" rIns="0" tIns="0">
            <a:noAutofit/>
          </a:bodyPr>
          <a:lstStyle>
            <a:lvl1pPr indent="0" marL="0">
              <a:buFont typeface="Arial" panose="020B0604020202020204" pitchFamily="34" charset="0"/>
              <a:buNone/>
              <a:defRPr sz="1400"/>
            </a:lvl1pPr>
            <a:lvl2pPr indent="0" marL="228600">
              <a:buFont typeface="Arial" panose="020B0604020202020204" pitchFamily="34" charset="0"/>
              <a:buNone/>
              <a:defRPr sz="1200"/>
            </a:lvl2pPr>
            <a:lvl3pPr indent="0" marL="457200">
              <a:buFont typeface="Arial" panose="020B0604020202020204" pitchFamily="34" charset="0"/>
              <a:buNone/>
              <a:defRPr sz="1100"/>
            </a:lvl3pPr>
            <a:lvl4pPr indent="0" marL="685800">
              <a:buFont typeface="Arial" panose="020B0604020202020204" pitchFamily="34" charset="0"/>
              <a:buNone/>
              <a:defRPr sz="1050"/>
            </a:lvl4pPr>
            <a:lvl5pPr indent="0" marL="91440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1" name="Picture Placeholder 10"/>
          <p:cNvSpPr>
            <a:spLocks noGrp="1"/>
          </p:cNvSpPr>
          <p:nvPr>
            <p:ph type="pic" sz="quarter" idx="13"/>
          </p:nvPr>
        </p:nvSpPr>
        <p:spPr>
          <a:xfrm>
            <a:off x="843999" y="831919"/>
            <a:ext cx="10504001" cy="3472067"/>
          </a:xfrm>
        </p:spPr>
        <p:txBody>
          <a:bodyPr/>
          <a:p>
            <a:endParaRPr lang="en-US"/>
          </a:p>
        </p:txBody>
      </p:sp>
      <p:sp>
        <p:nvSpPr>
          <p:cNvPr id="1048752" name="Freeform 17"/>
          <p:cNvSpPr/>
          <p:nvPr userDrawn="1"/>
        </p:nvSpPr>
        <p:spPr>
          <a:xfrm flipV="1">
            <a:off x="7768799"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8753"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54" name="Date Placeholder 5"/>
          <p:cNvSpPr>
            <a:spLocks noGrp="1"/>
          </p:cNvSpPr>
          <p:nvPr>
            <p:ph type="dt" sz="half" idx="15"/>
          </p:nvPr>
        </p:nvSpPr>
        <p:spPr/>
        <p:txBody>
          <a:bodyPr/>
          <a:p>
            <a:r>
              <a:rPr altLang="zh-CN" lang="en-US"/>
              <a:t>03/13/2025</a:t>
            </a:r>
          </a:p>
        </p:txBody>
      </p:sp>
      <p:sp>
        <p:nvSpPr>
          <p:cNvPr id="1048755" name="Footer Placeholder 6"/>
          <p:cNvSpPr>
            <a:spLocks noGrp="1"/>
          </p:cNvSpPr>
          <p:nvPr>
            <p:ph type="ftr" sz="quarter" idx="16"/>
          </p:nvPr>
        </p:nvSpPr>
        <p:spPr/>
        <p:txBody>
          <a:bodyPr/>
          <a:p>
            <a:r>
              <a:rPr altLang="zh-CN" lang="en-US"/>
              <a:t>Sample Footer Text</a:t>
            </a:r>
          </a:p>
        </p:txBody>
      </p:sp>
      <p:sp>
        <p:nvSpPr>
          <p:cNvPr id="1048756" name="Slide Number Placeholder 12"/>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08" name=""/>
        <p:cNvGrpSpPr/>
        <p:nvPr/>
      </p:nvGrpSpPr>
      <p:grpSpPr>
        <a:xfrm>
          <a:off x="0" y="0"/>
          <a:ext cx="0" cy="0"/>
          <a:chOff x="0" y="0"/>
          <a:chExt cx="0" cy="0"/>
        </a:xfrm>
      </p:grpSpPr>
      <p:sp>
        <p:nvSpPr>
          <p:cNvPr id="1048787" name="Title 1"/>
          <p:cNvSpPr>
            <a:spLocks noGrp="1"/>
          </p:cNvSpPr>
          <p:nvPr>
            <p:ph type="title"/>
          </p:nvPr>
        </p:nvSpPr>
        <p:spPr>
          <a:xfrm>
            <a:off x="843999" y="3785800"/>
            <a:ext cx="2953618" cy="2240280"/>
          </a:xfrm>
        </p:spPr>
        <p:txBody>
          <a:bodyPr anchor="t" bIns="0" lIns="0" rIns="0" tIns="0">
            <a:normAutofit/>
          </a:bodyPr>
          <a:lstStyle>
            <a:lvl1pPr>
              <a:defRPr b="0" sz="3200"/>
            </a:lvl1pPr>
          </a:lstStyle>
          <a:p>
            <a:r>
              <a:rPr lang="en-US"/>
              <a:t>Click to edit Master title style</a:t>
            </a:r>
          </a:p>
        </p:txBody>
      </p:sp>
      <p:sp>
        <p:nvSpPr>
          <p:cNvPr id="1048788" name="Content Placeholder 7"/>
          <p:cNvSpPr>
            <a:spLocks noGrp="1"/>
          </p:cNvSpPr>
          <p:nvPr>
            <p:ph sz="quarter" idx="14"/>
          </p:nvPr>
        </p:nvSpPr>
        <p:spPr>
          <a:xfrm>
            <a:off x="3972910" y="3785800"/>
            <a:ext cx="7366186" cy="2240280"/>
          </a:xfrm>
        </p:spPr>
        <p:txBody>
          <a:bodyPr bIns="0" lIns="0" rIns="0" tIns="0">
            <a:noAutofit/>
          </a:bodyPr>
          <a:lstStyle>
            <a:lvl1pPr indent="0" marL="0">
              <a:buFont typeface="Arial" panose="020B0604020202020204" pitchFamily="34" charset="0"/>
              <a:buNone/>
              <a:defRPr sz="1400"/>
            </a:lvl1pPr>
            <a:lvl2pPr indent="0" marL="228600">
              <a:buFont typeface="Arial" panose="020B0604020202020204" pitchFamily="34" charset="0"/>
              <a:buNone/>
              <a:defRPr sz="1200"/>
            </a:lvl2pPr>
            <a:lvl3pPr indent="0" marL="457200">
              <a:buFont typeface="Arial" panose="020B0604020202020204" pitchFamily="34" charset="0"/>
              <a:buNone/>
              <a:defRPr sz="1100"/>
            </a:lvl3pPr>
            <a:lvl4pPr indent="0" marL="685800">
              <a:buFont typeface="Arial" panose="020B0604020202020204" pitchFamily="34" charset="0"/>
              <a:buNone/>
              <a:defRPr sz="1050"/>
            </a:lvl4pPr>
            <a:lvl5pPr indent="0" marL="91440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9" name="Picture Placeholder 10"/>
          <p:cNvSpPr>
            <a:spLocks noGrp="1"/>
          </p:cNvSpPr>
          <p:nvPr>
            <p:ph type="pic" sz="quarter" idx="13"/>
          </p:nvPr>
        </p:nvSpPr>
        <p:spPr>
          <a:xfrm>
            <a:off x="843999" y="865938"/>
            <a:ext cx="10504001" cy="2556004"/>
          </a:xfrm>
        </p:spPr>
        <p:txBody>
          <a:bodyPr/>
          <a:p>
            <a:endParaRPr lang="en-US"/>
          </a:p>
        </p:txBody>
      </p:sp>
      <p:sp>
        <p:nvSpPr>
          <p:cNvPr id="1048790" name="Freeform 10"/>
          <p:cNvSpPr/>
          <p:nvPr userDrawn="1"/>
        </p:nvSpPr>
        <p:spPr>
          <a:xfrm>
            <a:off x="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91"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92" name="Date Placeholder 4"/>
          <p:cNvSpPr>
            <a:spLocks noGrp="1"/>
          </p:cNvSpPr>
          <p:nvPr>
            <p:ph type="dt" sz="half" idx="15"/>
          </p:nvPr>
        </p:nvSpPr>
        <p:spPr/>
        <p:txBody>
          <a:bodyPr/>
          <a:p>
            <a:r>
              <a:rPr altLang="zh-CN" lang="en-US"/>
              <a:t>03/13/2025</a:t>
            </a:r>
          </a:p>
        </p:txBody>
      </p:sp>
      <p:sp>
        <p:nvSpPr>
          <p:cNvPr id="1048793" name="Footer Placeholder 5"/>
          <p:cNvSpPr>
            <a:spLocks noGrp="1"/>
          </p:cNvSpPr>
          <p:nvPr>
            <p:ph type="ftr" sz="quarter" idx="16"/>
          </p:nvPr>
        </p:nvSpPr>
        <p:spPr/>
        <p:txBody>
          <a:bodyPr/>
          <a:p>
            <a:r>
              <a:rPr altLang="zh-CN" lang="en-US"/>
              <a:t>Sample Footer Text</a:t>
            </a:r>
          </a:p>
        </p:txBody>
      </p:sp>
      <p:sp>
        <p:nvSpPr>
          <p:cNvPr id="1048794"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40" name=""/>
        <p:cNvGrpSpPr/>
        <p:nvPr/>
      </p:nvGrpSpPr>
      <p:grpSpPr>
        <a:xfrm>
          <a:off x="0" y="0"/>
          <a:ext cx="0" cy="0"/>
          <a:chOff x="0" y="0"/>
          <a:chExt cx="0" cy="0"/>
        </a:xfrm>
      </p:grpSpPr>
      <p:sp>
        <p:nvSpPr>
          <p:cNvPr id="1049076" name="Title 1"/>
          <p:cNvSpPr>
            <a:spLocks noGrp="1"/>
          </p:cNvSpPr>
          <p:nvPr>
            <p:ph type="title"/>
          </p:nvPr>
        </p:nvSpPr>
        <p:spPr>
          <a:xfrm>
            <a:off x="844000" y="831918"/>
            <a:ext cx="2953618" cy="2240279"/>
          </a:xfrm>
        </p:spPr>
        <p:txBody>
          <a:bodyPr anchor="t" bIns="0" lIns="0" rIns="0" tIns="0">
            <a:normAutofit/>
          </a:bodyPr>
          <a:lstStyle>
            <a:lvl1pPr>
              <a:defRPr b="0" sz="3200"/>
            </a:lvl1pPr>
          </a:lstStyle>
          <a:p>
            <a:r>
              <a:rPr lang="en-US"/>
              <a:t>Click to edit Master title style</a:t>
            </a:r>
          </a:p>
        </p:txBody>
      </p:sp>
      <p:sp>
        <p:nvSpPr>
          <p:cNvPr id="1049077" name="Content Placeholder 7"/>
          <p:cNvSpPr>
            <a:spLocks noGrp="1"/>
          </p:cNvSpPr>
          <p:nvPr>
            <p:ph sz="quarter" idx="14"/>
          </p:nvPr>
        </p:nvSpPr>
        <p:spPr>
          <a:xfrm>
            <a:off x="4035972" y="839450"/>
            <a:ext cx="7312028" cy="2240280"/>
          </a:xfrm>
        </p:spPr>
        <p:txBody>
          <a:bodyPr bIns="0" lIns="0" rIns="0" tIns="0">
            <a:noAutofit/>
          </a:bodyPr>
          <a:lstStyle>
            <a:lvl1pPr indent="0" marL="0">
              <a:buFont typeface="Arial" panose="020B0604020202020204" pitchFamily="34" charset="0"/>
              <a:buNone/>
              <a:defRPr sz="1400"/>
            </a:lvl1pPr>
            <a:lvl2pPr indent="0" marL="228600">
              <a:buFont typeface="Arial" panose="020B0604020202020204" pitchFamily="34" charset="0"/>
              <a:buNone/>
              <a:defRPr sz="1200"/>
            </a:lvl2pPr>
            <a:lvl3pPr indent="0" marL="457200">
              <a:buFont typeface="Arial" panose="020B0604020202020204" pitchFamily="34" charset="0"/>
              <a:buNone/>
              <a:defRPr sz="1100"/>
            </a:lvl3pPr>
            <a:lvl4pPr indent="0" marL="685800">
              <a:buFont typeface="Arial" panose="020B0604020202020204" pitchFamily="34" charset="0"/>
              <a:buNone/>
              <a:defRPr sz="1050"/>
            </a:lvl4pPr>
            <a:lvl5pPr indent="0" marL="91440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78" name="Picture Placeholder 10"/>
          <p:cNvSpPr>
            <a:spLocks noGrp="1"/>
          </p:cNvSpPr>
          <p:nvPr>
            <p:ph type="pic" sz="quarter" idx="13"/>
          </p:nvPr>
        </p:nvSpPr>
        <p:spPr>
          <a:xfrm>
            <a:off x="843999" y="3310759"/>
            <a:ext cx="10504001" cy="2722852"/>
          </a:xfrm>
        </p:spPr>
        <p:txBody>
          <a:bodyPr/>
          <a:p>
            <a:endParaRPr lang="en-US"/>
          </a:p>
        </p:txBody>
      </p:sp>
      <p:sp>
        <p:nvSpPr>
          <p:cNvPr id="1049079"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80"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81" name="Date Placeholder 4"/>
          <p:cNvSpPr>
            <a:spLocks noGrp="1"/>
          </p:cNvSpPr>
          <p:nvPr>
            <p:ph type="dt" sz="half" idx="15"/>
          </p:nvPr>
        </p:nvSpPr>
        <p:spPr/>
        <p:txBody>
          <a:bodyPr/>
          <a:p>
            <a:r>
              <a:rPr altLang="zh-CN" lang="en-US"/>
              <a:t>03/13/2025</a:t>
            </a:r>
          </a:p>
        </p:txBody>
      </p:sp>
      <p:sp>
        <p:nvSpPr>
          <p:cNvPr id="1049082" name="Footer Placeholder 5"/>
          <p:cNvSpPr>
            <a:spLocks noGrp="1"/>
          </p:cNvSpPr>
          <p:nvPr>
            <p:ph type="ftr" sz="quarter" idx="16"/>
          </p:nvPr>
        </p:nvSpPr>
        <p:spPr/>
        <p:txBody>
          <a:bodyPr/>
          <a:p>
            <a:r>
              <a:rPr altLang="zh-CN" lang="en-US"/>
              <a:t>Sample Footer Text</a:t>
            </a:r>
          </a:p>
        </p:txBody>
      </p:sp>
      <p:sp>
        <p:nvSpPr>
          <p:cNvPr id="1049083"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52" name=""/>
        <p:cNvGrpSpPr/>
        <p:nvPr/>
      </p:nvGrpSpPr>
      <p:grpSpPr>
        <a:xfrm>
          <a:off x="0" y="0"/>
          <a:ext cx="0" cy="0"/>
          <a:chOff x="0" y="0"/>
          <a:chExt cx="0" cy="0"/>
        </a:xfrm>
      </p:grpSpPr>
      <p:sp>
        <p:nvSpPr>
          <p:cNvPr id="1049191" name="Title 1"/>
          <p:cNvSpPr>
            <a:spLocks noGrp="1"/>
          </p:cNvSpPr>
          <p:nvPr>
            <p:ph type="title"/>
          </p:nvPr>
        </p:nvSpPr>
        <p:spPr>
          <a:xfrm>
            <a:off x="873963" y="858337"/>
            <a:ext cx="10504000" cy="970463"/>
          </a:xfrm>
        </p:spPr>
        <p:txBody>
          <a:bodyPr anchor="ctr" bIns="0" lIns="0" rIns="0" tIns="0">
            <a:noAutofit/>
          </a:bodyPr>
          <a:lstStyle>
            <a:lvl1pPr>
              <a:defRPr b="0"/>
            </a:lvl1pPr>
          </a:lstStyle>
          <a:p>
            <a:r>
              <a:rPr lang="en-US"/>
              <a:t>Click to edit Master title style</a:t>
            </a:r>
          </a:p>
        </p:txBody>
      </p:sp>
      <p:sp>
        <p:nvSpPr>
          <p:cNvPr id="1049192" name="Picture Placeholder 10"/>
          <p:cNvSpPr>
            <a:spLocks noGrp="1"/>
          </p:cNvSpPr>
          <p:nvPr>
            <p:ph type="pic" sz="quarter" idx="13"/>
          </p:nvPr>
        </p:nvSpPr>
        <p:spPr>
          <a:xfrm>
            <a:off x="873963" y="2081048"/>
            <a:ext cx="6157458" cy="3945032"/>
          </a:xfrm>
        </p:spPr>
        <p:txBody>
          <a:bodyPr/>
          <a:p>
            <a:endParaRPr lang="en-US"/>
          </a:p>
        </p:txBody>
      </p:sp>
      <p:sp>
        <p:nvSpPr>
          <p:cNvPr id="1049193" name="Content Placeholder 7"/>
          <p:cNvSpPr>
            <a:spLocks noGrp="1"/>
          </p:cNvSpPr>
          <p:nvPr>
            <p:ph sz="quarter" idx="14"/>
          </p:nvPr>
        </p:nvSpPr>
        <p:spPr>
          <a:xfrm>
            <a:off x="7290520" y="2081048"/>
            <a:ext cx="4023360" cy="3918615"/>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94" name="Freeform 10"/>
          <p:cNvSpPr/>
          <p:nvPr userDrawn="1"/>
        </p:nvSpPr>
        <p:spPr>
          <a:xfrm>
            <a:off x="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95" name="Freeform 10"/>
          <p:cNvSpPr/>
          <p:nvPr userDrawn="1"/>
        </p:nvSpPr>
        <p:spPr>
          <a:xfrm>
            <a:off x="11328000" y="2081048"/>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96" name="Date Placeholder 4"/>
          <p:cNvSpPr>
            <a:spLocks noGrp="1"/>
          </p:cNvSpPr>
          <p:nvPr>
            <p:ph type="dt" sz="half" idx="15"/>
          </p:nvPr>
        </p:nvSpPr>
        <p:spPr/>
        <p:txBody>
          <a:bodyPr/>
          <a:p>
            <a:r>
              <a:rPr altLang="zh-CN" lang="en-US"/>
              <a:t>03/13/2025</a:t>
            </a:r>
          </a:p>
        </p:txBody>
      </p:sp>
      <p:sp>
        <p:nvSpPr>
          <p:cNvPr id="1049197" name="Footer Placeholder 5"/>
          <p:cNvSpPr>
            <a:spLocks noGrp="1"/>
          </p:cNvSpPr>
          <p:nvPr>
            <p:ph type="ftr" sz="quarter" idx="16"/>
          </p:nvPr>
        </p:nvSpPr>
        <p:spPr/>
        <p:txBody>
          <a:bodyPr/>
          <a:p>
            <a:r>
              <a:rPr altLang="zh-CN" lang="en-US"/>
              <a:t>Sample Footer Text</a:t>
            </a:r>
          </a:p>
        </p:txBody>
      </p:sp>
      <p:sp>
        <p:nvSpPr>
          <p:cNvPr id="1049198"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28" name=""/>
        <p:cNvGrpSpPr/>
        <p:nvPr/>
      </p:nvGrpSpPr>
      <p:grpSpPr>
        <a:xfrm>
          <a:off x="0" y="0"/>
          <a:ext cx="0" cy="0"/>
          <a:chOff x="0" y="0"/>
          <a:chExt cx="0" cy="0"/>
        </a:xfrm>
      </p:grpSpPr>
      <p:sp>
        <p:nvSpPr>
          <p:cNvPr id="1048974" name="Title 1"/>
          <p:cNvSpPr>
            <a:spLocks noGrp="1"/>
          </p:cNvSpPr>
          <p:nvPr>
            <p:ph type="title"/>
          </p:nvPr>
        </p:nvSpPr>
        <p:spPr>
          <a:xfrm>
            <a:off x="844000" y="852884"/>
            <a:ext cx="4672584" cy="1453896"/>
          </a:xfrm>
        </p:spPr>
        <p:txBody>
          <a:bodyPr bIns="0" lIns="0" rIns="0" tIns="0">
            <a:noAutofit/>
          </a:bodyPr>
          <a:lstStyle>
            <a:lvl1pPr>
              <a:defRPr b="0" sz="3600"/>
            </a:lvl1pPr>
          </a:lstStyle>
          <a:p>
            <a:r>
              <a:rPr lang="en-US"/>
              <a:t>Click to edit Master title style</a:t>
            </a:r>
          </a:p>
        </p:txBody>
      </p:sp>
      <p:sp>
        <p:nvSpPr>
          <p:cNvPr id="1048975" name="Picture Placeholder 10"/>
          <p:cNvSpPr>
            <a:spLocks noGrp="1"/>
          </p:cNvSpPr>
          <p:nvPr>
            <p:ph type="pic" sz="quarter" idx="13"/>
          </p:nvPr>
        </p:nvSpPr>
        <p:spPr>
          <a:xfrm>
            <a:off x="844000" y="2459420"/>
            <a:ext cx="4672584" cy="3545695"/>
          </a:xfrm>
        </p:spPr>
        <p:txBody>
          <a:bodyPr/>
          <a:p>
            <a:endParaRPr lang="en-US"/>
          </a:p>
        </p:txBody>
      </p:sp>
      <p:sp>
        <p:nvSpPr>
          <p:cNvPr id="1048976" name="Content Placeholder 7"/>
          <p:cNvSpPr>
            <a:spLocks noGrp="1"/>
          </p:cNvSpPr>
          <p:nvPr>
            <p:ph sz="quarter" idx="14"/>
          </p:nvPr>
        </p:nvSpPr>
        <p:spPr>
          <a:xfrm>
            <a:off x="5738648" y="831919"/>
            <a:ext cx="5609353" cy="5194161"/>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77"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8978"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79"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80" name="Date Placeholder 4"/>
          <p:cNvSpPr>
            <a:spLocks noGrp="1"/>
          </p:cNvSpPr>
          <p:nvPr>
            <p:ph type="dt" sz="half" idx="15"/>
          </p:nvPr>
        </p:nvSpPr>
        <p:spPr/>
        <p:txBody>
          <a:bodyPr/>
          <a:p>
            <a:r>
              <a:rPr altLang="zh-CN" lang="en-US"/>
              <a:t>03/13/2025</a:t>
            </a:r>
          </a:p>
        </p:txBody>
      </p:sp>
      <p:sp>
        <p:nvSpPr>
          <p:cNvPr id="1048981" name="Footer Placeholder 5"/>
          <p:cNvSpPr>
            <a:spLocks noGrp="1"/>
          </p:cNvSpPr>
          <p:nvPr>
            <p:ph type="ftr" sz="quarter" idx="16"/>
          </p:nvPr>
        </p:nvSpPr>
        <p:spPr/>
        <p:txBody>
          <a:bodyPr/>
          <a:p>
            <a:r>
              <a:rPr altLang="zh-CN" lang="en-US"/>
              <a:t>Sample Footer Text</a:t>
            </a:r>
          </a:p>
        </p:txBody>
      </p:sp>
      <p:sp>
        <p:nvSpPr>
          <p:cNvPr id="1048982"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38" name=""/>
        <p:cNvGrpSpPr/>
        <p:nvPr/>
      </p:nvGrpSpPr>
      <p:grpSpPr>
        <a:xfrm>
          <a:off x="0" y="0"/>
          <a:ext cx="0" cy="0"/>
          <a:chOff x="0" y="0"/>
          <a:chExt cx="0" cy="0"/>
        </a:xfrm>
      </p:grpSpPr>
      <p:sp>
        <p:nvSpPr>
          <p:cNvPr id="1049060" name="Title 1"/>
          <p:cNvSpPr>
            <a:spLocks noGrp="1"/>
          </p:cNvSpPr>
          <p:nvPr>
            <p:ph type="title"/>
          </p:nvPr>
        </p:nvSpPr>
        <p:spPr>
          <a:xfrm>
            <a:off x="844000" y="873725"/>
            <a:ext cx="3657603" cy="1453896"/>
          </a:xfrm>
        </p:spPr>
        <p:txBody>
          <a:bodyPr anchor="t" bIns="0" lIns="0" rIns="0" tIns="0">
            <a:noAutofit/>
          </a:bodyPr>
          <a:lstStyle>
            <a:lvl1pPr>
              <a:defRPr b="0" sz="3200">
                <a:solidFill>
                  <a:schemeClr val="tx1"/>
                </a:solidFill>
              </a:defRPr>
            </a:lvl1pPr>
          </a:lstStyle>
          <a:p>
            <a:r>
              <a:rPr lang="en-US"/>
              <a:t>Click to edit Master title style</a:t>
            </a:r>
          </a:p>
        </p:txBody>
      </p:sp>
      <p:sp>
        <p:nvSpPr>
          <p:cNvPr id="1049061" name="Picture Placeholder 10"/>
          <p:cNvSpPr>
            <a:spLocks noGrp="1"/>
          </p:cNvSpPr>
          <p:nvPr>
            <p:ph type="pic" sz="quarter" idx="13"/>
          </p:nvPr>
        </p:nvSpPr>
        <p:spPr>
          <a:xfrm>
            <a:off x="843999" y="2490951"/>
            <a:ext cx="3657603" cy="3493323"/>
          </a:xfrm>
        </p:spPr>
        <p:txBody>
          <a:bodyPr/>
          <a:p>
            <a:endParaRPr lang="en-US"/>
          </a:p>
        </p:txBody>
      </p:sp>
      <p:sp>
        <p:nvSpPr>
          <p:cNvPr id="1049062" name="Content Placeholder 7"/>
          <p:cNvSpPr>
            <a:spLocks noGrp="1"/>
          </p:cNvSpPr>
          <p:nvPr>
            <p:ph sz="quarter" idx="14"/>
          </p:nvPr>
        </p:nvSpPr>
        <p:spPr>
          <a:xfrm>
            <a:off x="4761186" y="831919"/>
            <a:ext cx="6586814" cy="5152355"/>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63" name="Freeform 17"/>
          <p:cNvSpPr/>
          <p:nvPr userDrawn="1"/>
        </p:nvSpPr>
        <p:spPr>
          <a:xfrm>
            <a:off x="1" y="6526800"/>
            <a:ext cx="12192000" cy="331199"/>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9064" name="Freeform 17"/>
          <p:cNvSpPr/>
          <p:nvPr userDrawn="1"/>
        </p:nvSpPr>
        <p:spPr>
          <a:xfrm flipV="1">
            <a:off x="0" y="6526800"/>
            <a:ext cx="4423201" cy="331200"/>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9065"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66" name="Date Placeholder 4"/>
          <p:cNvSpPr>
            <a:spLocks noGrp="1"/>
          </p:cNvSpPr>
          <p:nvPr>
            <p:ph type="dt" sz="half" idx="15"/>
          </p:nvPr>
        </p:nvSpPr>
        <p:spPr/>
        <p:txBody>
          <a:bodyPr/>
          <a:p>
            <a:r>
              <a:rPr altLang="zh-CN" lang="en-US"/>
              <a:t>03/13/2025</a:t>
            </a:r>
          </a:p>
        </p:txBody>
      </p:sp>
      <p:sp>
        <p:nvSpPr>
          <p:cNvPr id="1049067" name="Footer Placeholder 5"/>
          <p:cNvSpPr>
            <a:spLocks noGrp="1"/>
          </p:cNvSpPr>
          <p:nvPr>
            <p:ph type="ftr" sz="quarter" idx="16"/>
          </p:nvPr>
        </p:nvSpPr>
        <p:spPr/>
        <p:txBody>
          <a:bodyPr/>
          <a:p>
            <a:r>
              <a:rPr altLang="zh-CN" lang="en-US"/>
              <a:t>Sample Footer Text</a:t>
            </a:r>
          </a:p>
        </p:txBody>
      </p:sp>
      <p:sp>
        <p:nvSpPr>
          <p:cNvPr id="1049068" name="Slide Number Placeholder 6"/>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type="title">
  <p:cSld name="Big Number 1">
    <p:spTree>
      <p:nvGrpSpPr>
        <p:cNvPr id="133" name=""/>
        <p:cNvGrpSpPr/>
        <p:nvPr/>
      </p:nvGrpSpPr>
      <p:grpSpPr>
        <a:xfrm>
          <a:off x="0" y="0"/>
          <a:ext cx="0" cy="0"/>
          <a:chOff x="0" y="0"/>
          <a:chExt cx="0" cy="0"/>
        </a:xfrm>
      </p:grpSpPr>
      <p:sp>
        <p:nvSpPr>
          <p:cNvPr id="1049012" name="Title 1"/>
          <p:cNvSpPr>
            <a:spLocks noGrp="1"/>
          </p:cNvSpPr>
          <p:nvPr>
            <p:ph type="ctrTitle" hasCustomPrompt="1"/>
          </p:nvPr>
        </p:nvSpPr>
        <p:spPr>
          <a:xfrm>
            <a:off x="844000" y="831918"/>
            <a:ext cx="10521992" cy="4069265"/>
          </a:xfrm>
        </p:spPr>
        <p:txBody>
          <a:bodyPr anchor="b" bIns="0" lIns="0" rIns="0" tIns="0">
            <a:noAutofit/>
          </a:bodyPr>
          <a:lstStyle>
            <a:lvl1pPr algn="l">
              <a:defRPr sz="23200">
                <a:solidFill>
                  <a:schemeClr val="tx1"/>
                </a:solidFill>
              </a:defRPr>
            </a:lvl1pPr>
          </a:lstStyle>
          <a:p>
            <a:r>
              <a:rPr lang="en-US"/>
              <a:t>##%</a:t>
            </a:r>
          </a:p>
        </p:txBody>
      </p:sp>
      <p:sp>
        <p:nvSpPr>
          <p:cNvPr id="1049013" name="Subtitle 2"/>
          <p:cNvSpPr>
            <a:spLocks noGrp="1"/>
          </p:cNvSpPr>
          <p:nvPr>
            <p:ph type="subTitle" idx="1"/>
          </p:nvPr>
        </p:nvSpPr>
        <p:spPr>
          <a:xfrm>
            <a:off x="843999" y="5076496"/>
            <a:ext cx="7559021" cy="949583"/>
          </a:xfrm>
        </p:spPr>
        <p:txBody>
          <a:bodyPr anchor="t" bIns="0" lIns="0" rIns="0" tIns="0">
            <a:noAutofit/>
          </a:bodyPr>
          <a:lstStyle>
            <a:lvl1pPr algn="l" indent="0" marL="0">
              <a:buNone/>
              <a:defRPr baseline="0" cap="none" sz="2800">
                <a:solidFill>
                  <a:schemeClr val="tx1"/>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9014" name="Freeform 10"/>
          <p:cNvSpPr/>
          <p:nvPr userDrawn="1"/>
        </p:nvSpPr>
        <p:spPr>
          <a:xfrm>
            <a:off x="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15"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16" name="Date Placeholder 3"/>
          <p:cNvSpPr>
            <a:spLocks noGrp="1"/>
          </p:cNvSpPr>
          <p:nvPr>
            <p:ph type="dt" sz="half" idx="10"/>
          </p:nvPr>
        </p:nvSpPr>
        <p:spPr/>
        <p:txBody>
          <a:bodyPr/>
          <a:p>
            <a:r>
              <a:rPr altLang="zh-CN" lang="en-US"/>
              <a:t>03/13/2025</a:t>
            </a:r>
          </a:p>
        </p:txBody>
      </p:sp>
      <p:sp>
        <p:nvSpPr>
          <p:cNvPr id="1049017" name="Footer Placeholder 4"/>
          <p:cNvSpPr>
            <a:spLocks noGrp="1"/>
          </p:cNvSpPr>
          <p:nvPr>
            <p:ph type="ftr" sz="quarter" idx="11"/>
          </p:nvPr>
        </p:nvSpPr>
        <p:spPr/>
        <p:txBody>
          <a:bodyPr/>
          <a:p>
            <a:r>
              <a:rPr altLang="zh-CN" lang="en-US"/>
              <a:t>Sample Footer Text</a:t>
            </a:r>
          </a:p>
        </p:txBody>
      </p:sp>
      <p:sp>
        <p:nvSpPr>
          <p:cNvPr id="1049018" name="Slide Number Placeholder 5"/>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type="title">
  <p:cSld name="Big Number 2">
    <p:spTree>
      <p:nvGrpSpPr>
        <p:cNvPr id="112" name=""/>
        <p:cNvGrpSpPr/>
        <p:nvPr/>
      </p:nvGrpSpPr>
      <p:grpSpPr>
        <a:xfrm>
          <a:off x="0" y="0"/>
          <a:ext cx="0" cy="0"/>
          <a:chOff x="0" y="0"/>
          <a:chExt cx="0" cy="0"/>
        </a:xfrm>
      </p:grpSpPr>
      <p:sp>
        <p:nvSpPr>
          <p:cNvPr id="1048827" name="Title 1"/>
          <p:cNvSpPr>
            <a:spLocks noGrp="1"/>
          </p:cNvSpPr>
          <p:nvPr>
            <p:ph type="ctrTitle" hasCustomPrompt="1"/>
          </p:nvPr>
        </p:nvSpPr>
        <p:spPr>
          <a:xfrm>
            <a:off x="861992" y="831918"/>
            <a:ext cx="10486008" cy="3977825"/>
          </a:xfrm>
        </p:spPr>
        <p:txBody>
          <a:bodyPr anchor="b" bIns="0" lIns="0" rIns="0" tIns="0">
            <a:noAutofit/>
          </a:bodyPr>
          <a:lstStyle>
            <a:lvl1pPr algn="ctr">
              <a:defRPr sz="23200">
                <a:solidFill>
                  <a:schemeClr val="tx1"/>
                </a:solidFill>
              </a:defRPr>
            </a:lvl1pPr>
          </a:lstStyle>
          <a:p>
            <a:r>
              <a:rPr lang="en-US"/>
              <a:t>##%</a:t>
            </a:r>
          </a:p>
        </p:txBody>
      </p:sp>
      <p:sp>
        <p:nvSpPr>
          <p:cNvPr id="1048828" name="Subtitle 2"/>
          <p:cNvSpPr>
            <a:spLocks noGrp="1"/>
          </p:cNvSpPr>
          <p:nvPr>
            <p:ph type="subTitle" idx="1"/>
          </p:nvPr>
        </p:nvSpPr>
        <p:spPr>
          <a:xfrm>
            <a:off x="2377440" y="4997668"/>
            <a:ext cx="7525512" cy="1028411"/>
          </a:xfrm>
        </p:spPr>
        <p:txBody>
          <a:bodyPr anchor="t" bIns="0" lIns="0" rIns="0" tIns="0">
            <a:noAutofit/>
          </a:bodyPr>
          <a:lstStyle>
            <a:lvl1pPr algn="ctr" indent="0" marL="0">
              <a:buNone/>
              <a:defRPr baseline="0" cap="none" sz="2800">
                <a:solidFill>
                  <a:schemeClr val="tx1"/>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829"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30"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31" name="Date Placeholder 3"/>
          <p:cNvSpPr>
            <a:spLocks noGrp="1"/>
          </p:cNvSpPr>
          <p:nvPr>
            <p:ph type="dt" sz="half" idx="10"/>
          </p:nvPr>
        </p:nvSpPr>
        <p:spPr/>
        <p:txBody>
          <a:bodyPr/>
          <a:p>
            <a:r>
              <a:rPr altLang="zh-CN" lang="en-US"/>
              <a:t>03/13/2025</a:t>
            </a:r>
          </a:p>
        </p:txBody>
      </p:sp>
      <p:sp>
        <p:nvSpPr>
          <p:cNvPr id="1048832" name="Footer Placeholder 4"/>
          <p:cNvSpPr>
            <a:spLocks noGrp="1"/>
          </p:cNvSpPr>
          <p:nvPr>
            <p:ph type="ftr" sz="quarter" idx="11"/>
          </p:nvPr>
        </p:nvSpPr>
        <p:spPr/>
        <p:txBody>
          <a:bodyPr/>
          <a:p>
            <a:r>
              <a:rPr altLang="zh-CN" lang="en-US"/>
              <a:t>Sample Footer Text</a:t>
            </a:r>
          </a:p>
        </p:txBody>
      </p:sp>
      <p:sp>
        <p:nvSpPr>
          <p:cNvPr id="1048833" name="Slide Number Placeholder 5"/>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21" name=""/>
        <p:cNvGrpSpPr/>
        <p:nvPr/>
      </p:nvGrpSpPr>
      <p:grpSpPr>
        <a:xfrm>
          <a:off x="0" y="0"/>
          <a:ext cx="0" cy="0"/>
          <a:chOff x="0" y="0"/>
          <a:chExt cx="0" cy="0"/>
        </a:xfrm>
      </p:grpSpPr>
      <p:sp>
        <p:nvSpPr>
          <p:cNvPr id="1048918" name="Rectangle 6"/>
          <p:cNvSpPr/>
          <p:nvPr userDrawn="1"/>
        </p:nvSpPr>
        <p:spPr>
          <a:xfrm>
            <a:off x="0" y="0"/>
            <a:ext cx="12192000" cy="6858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919" name="Title 1"/>
          <p:cNvSpPr>
            <a:spLocks noGrp="1"/>
          </p:cNvSpPr>
          <p:nvPr>
            <p:ph type="ctrTitle" hasCustomPrompt="1"/>
          </p:nvPr>
        </p:nvSpPr>
        <p:spPr>
          <a:xfrm>
            <a:off x="861992" y="831918"/>
            <a:ext cx="10486008" cy="3977825"/>
          </a:xfrm>
        </p:spPr>
        <p:txBody>
          <a:bodyPr anchor="b" bIns="0" lIns="0" rIns="0" tIns="0">
            <a:noAutofit/>
          </a:bodyPr>
          <a:lstStyle>
            <a:lvl1pPr algn="ctr">
              <a:defRPr sz="23200">
                <a:solidFill>
                  <a:schemeClr val="bg2"/>
                </a:solidFill>
              </a:defRPr>
            </a:lvl1pPr>
          </a:lstStyle>
          <a:p>
            <a:r>
              <a:rPr lang="en-US"/>
              <a:t>##%</a:t>
            </a:r>
          </a:p>
        </p:txBody>
      </p:sp>
      <p:sp>
        <p:nvSpPr>
          <p:cNvPr id="1048920" name="Subtitle 2"/>
          <p:cNvSpPr>
            <a:spLocks noGrp="1"/>
          </p:cNvSpPr>
          <p:nvPr>
            <p:ph type="subTitle" idx="1"/>
          </p:nvPr>
        </p:nvSpPr>
        <p:spPr>
          <a:xfrm>
            <a:off x="2377440" y="4997668"/>
            <a:ext cx="7525512" cy="1028411"/>
          </a:xfrm>
        </p:spPr>
        <p:txBody>
          <a:bodyPr anchor="t" bIns="0" lIns="0" rIns="0" tIns="0">
            <a:noAutofit/>
          </a:bodyPr>
          <a:lstStyle>
            <a:lvl1pPr algn="ctr" indent="0" marL="0">
              <a:buNone/>
              <a:defRPr baseline="0" cap="none" sz="2800">
                <a:solidFill>
                  <a:schemeClr val="bg2"/>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921" name="Date Placeholder 10"/>
          <p:cNvSpPr>
            <a:spLocks noGrp="1"/>
          </p:cNvSpPr>
          <p:nvPr>
            <p:ph type="dt" sz="half" idx="10"/>
          </p:nvPr>
        </p:nvSpPr>
        <p:spPr/>
        <p:txBody>
          <a:bodyPr/>
          <a:lstStyle>
            <a:lvl1pPr>
              <a:defRPr>
                <a:solidFill>
                  <a:schemeClr val="bg1"/>
                </a:solidFill>
              </a:defRPr>
            </a:lvl1pPr>
          </a:lstStyle>
          <a:p>
            <a:r>
              <a:rPr altLang="zh-CN" lang="en-US"/>
              <a:t>03/13/2025</a:t>
            </a:r>
          </a:p>
        </p:txBody>
      </p:sp>
      <p:sp>
        <p:nvSpPr>
          <p:cNvPr id="1048922" name="Footer Placeholder 11"/>
          <p:cNvSpPr>
            <a:spLocks noGrp="1"/>
          </p:cNvSpPr>
          <p:nvPr>
            <p:ph type="ftr" sz="quarter" idx="11"/>
          </p:nvPr>
        </p:nvSpPr>
        <p:spPr/>
        <p:txBody>
          <a:bodyPr/>
          <a:lstStyle>
            <a:lvl1pPr>
              <a:defRPr>
                <a:solidFill>
                  <a:schemeClr val="bg1"/>
                </a:solidFill>
              </a:defRPr>
            </a:lvl1pPr>
          </a:lstStyle>
          <a:p>
            <a:r>
              <a:rPr altLang="zh-CN" lang="en-US"/>
              <a:t>Sample Footer Text</a:t>
            </a:r>
          </a:p>
        </p:txBody>
      </p:sp>
      <p:sp>
        <p:nvSpPr>
          <p:cNvPr id="1048923" name="Slide Number Placeholder 12"/>
          <p:cNvSpPr>
            <a:spLocks noGrp="1"/>
          </p:cNvSpPr>
          <p:nvPr>
            <p:ph type="sldNum" sz="half" idx="12"/>
          </p:nvPr>
        </p:nvSpPr>
        <p:spPr/>
        <p:txBody>
          <a:bodyPr/>
          <a:lstStyle>
            <a:lvl1pPr>
              <a:defRPr>
                <a:solidFill>
                  <a:schemeClr val="bg1"/>
                </a:solidFill>
              </a:defRPr>
            </a:lvl1pPr>
          </a:lstStyle>
          <a:p>
            <a:fld id="{64D095EA-18D5-4754-B677-EAAE710458D2}" type="slidenum">
              <a:rPr altLang="zh-CN" lang="en-US" smtClean="0"/>
              <a:t>‹#›</a:t>
            </a:fld>
            <a:endParaRPr altLang="zh-CN" lang="en-US"/>
          </a:p>
        </p:txBody>
      </p:sp>
    </p:spTree>
  </p:cSld>
  <p:clrMapOvr>
    <a:overrideClrMapping accent1="accent1" accent2="accent2" accent3="accent3" accent4="accent4" accent5="accent5" accent6="accent6" bg1="dk1" bg2="dk2" tx1="lt1" tx2="lt2"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05" name=""/>
        <p:cNvGrpSpPr/>
        <p:nvPr/>
      </p:nvGrpSpPr>
      <p:grpSpPr>
        <a:xfrm>
          <a:off x="0" y="0"/>
          <a:ext cx="0" cy="0"/>
          <a:chOff x="0" y="0"/>
          <a:chExt cx="0" cy="0"/>
        </a:xfrm>
      </p:grpSpPr>
      <p:sp>
        <p:nvSpPr>
          <p:cNvPr id="1048764" name="Title 1"/>
          <p:cNvSpPr>
            <a:spLocks noGrp="1"/>
          </p:cNvSpPr>
          <p:nvPr>
            <p:ph type="title"/>
          </p:nvPr>
        </p:nvSpPr>
        <p:spPr>
          <a:xfrm>
            <a:off x="612648" y="-1133856"/>
            <a:ext cx="10652760" cy="1133856"/>
          </a:xfrm>
        </p:spPr>
        <p:txBody>
          <a:bodyPr/>
          <a:lstStyle>
            <a:lvl1pPr>
              <a:defRPr b="0"/>
            </a:lvl1pPr>
          </a:lstStyle>
          <a:p>
            <a:r>
              <a:rPr lang="en-US"/>
              <a:t>Click to edit Master title style</a:t>
            </a:r>
          </a:p>
        </p:txBody>
      </p:sp>
      <p:sp>
        <p:nvSpPr>
          <p:cNvPr id="1048765" name="Content Placeholder 6"/>
          <p:cNvSpPr>
            <a:spLocks noGrp="1"/>
          </p:cNvSpPr>
          <p:nvPr>
            <p:ph sz="quarter" idx="13" hasCustomPrompt="1"/>
          </p:nvPr>
        </p:nvSpPr>
        <p:spPr>
          <a:xfrm>
            <a:off x="612648" y="630936"/>
            <a:ext cx="8266176" cy="5605272"/>
          </a:xfrm>
        </p:spPr>
        <p:txBody>
          <a:bodyPr anchor="ctr">
            <a:noAutofit/>
          </a:bodyPr>
          <a:lstStyle>
            <a:lvl1pPr indent="0" marL="0">
              <a:lnSpc>
                <a:spcPct val="100000"/>
              </a:lnSpc>
              <a:buNone/>
              <a:defRPr b="1" sz="5400"/>
            </a:lvl1pPr>
            <a:lvl2pPr indent="0" marL="228600">
              <a:lnSpc>
                <a:spcPct val="100000"/>
              </a:lnSpc>
              <a:buNone/>
              <a:defRPr b="1" sz="4800"/>
            </a:lvl2pPr>
            <a:lvl3pPr indent="0" marL="457200">
              <a:lnSpc>
                <a:spcPct val="100000"/>
              </a:lnSpc>
              <a:buNone/>
              <a:defRPr b="1" sz="4400"/>
            </a:lvl3pPr>
            <a:lvl4pPr indent="0" marL="685800">
              <a:lnSpc>
                <a:spcPct val="100000"/>
              </a:lnSpc>
              <a:buNone/>
              <a:defRPr b="1" sz="4000"/>
            </a:lvl4pPr>
            <a:lvl5pPr indent="0" marL="914400">
              <a:lnSpc>
                <a:spcPct val="100000"/>
              </a:lnSpc>
              <a:buNone/>
              <a:defRPr b="1" sz="360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48766"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67" name="Freeform 10"/>
          <p:cNvSpPr/>
          <p:nvPr userDrawn="1"/>
        </p:nvSpPr>
        <p:spPr>
          <a:xfrm>
            <a:off x="1132800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68" name="Date Placeholder 2"/>
          <p:cNvSpPr>
            <a:spLocks noGrp="1"/>
          </p:cNvSpPr>
          <p:nvPr>
            <p:ph type="dt" sz="half" idx="14"/>
          </p:nvPr>
        </p:nvSpPr>
        <p:spPr/>
        <p:txBody>
          <a:bodyPr/>
          <a:p>
            <a:r>
              <a:rPr altLang="zh-CN" lang="en-US"/>
              <a:t>03/13/2025</a:t>
            </a:r>
          </a:p>
        </p:txBody>
      </p:sp>
      <p:sp>
        <p:nvSpPr>
          <p:cNvPr id="1048769" name="Footer Placeholder 3"/>
          <p:cNvSpPr>
            <a:spLocks noGrp="1"/>
          </p:cNvSpPr>
          <p:nvPr>
            <p:ph type="ftr" sz="quarter" idx="15"/>
          </p:nvPr>
        </p:nvSpPr>
        <p:spPr/>
        <p:txBody>
          <a:bodyPr/>
          <a:p>
            <a:r>
              <a:rPr altLang="zh-CN" lang="en-US"/>
              <a:t>Sample Footer Text</a:t>
            </a:r>
          </a:p>
        </p:txBody>
      </p:sp>
      <p:sp>
        <p:nvSpPr>
          <p:cNvPr id="1048770" name="Slide Number Placeholder 4"/>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07" name=""/>
        <p:cNvGrpSpPr/>
        <p:nvPr/>
      </p:nvGrpSpPr>
      <p:grpSpPr>
        <a:xfrm>
          <a:off x="0" y="0"/>
          <a:ext cx="0" cy="0"/>
          <a:chOff x="0" y="0"/>
          <a:chExt cx="0" cy="0"/>
        </a:xfrm>
      </p:grpSpPr>
      <p:sp>
        <p:nvSpPr>
          <p:cNvPr id="1048780" name="Title 1"/>
          <p:cNvSpPr>
            <a:spLocks noGrp="1"/>
          </p:cNvSpPr>
          <p:nvPr>
            <p:ph type="title"/>
          </p:nvPr>
        </p:nvSpPr>
        <p:spPr>
          <a:xfrm>
            <a:off x="612648" y="-1133856"/>
            <a:ext cx="10652760" cy="1133856"/>
          </a:xfrm>
        </p:spPr>
        <p:txBody>
          <a:bodyPr/>
          <a:lstStyle>
            <a:lvl1pPr>
              <a:defRPr b="0"/>
            </a:lvl1pPr>
          </a:lstStyle>
          <a:p>
            <a:r>
              <a:rPr lang="en-US"/>
              <a:t>Click to edit Master title style</a:t>
            </a:r>
          </a:p>
        </p:txBody>
      </p:sp>
      <p:sp>
        <p:nvSpPr>
          <p:cNvPr id="1048781" name="Content Placeholder 6"/>
          <p:cNvSpPr>
            <a:spLocks noGrp="1"/>
          </p:cNvSpPr>
          <p:nvPr>
            <p:ph sz="quarter" idx="13" hasCustomPrompt="1"/>
          </p:nvPr>
        </p:nvSpPr>
        <p:spPr>
          <a:xfrm>
            <a:off x="612648" y="1929384"/>
            <a:ext cx="8266176" cy="4142232"/>
          </a:xfrm>
        </p:spPr>
        <p:txBody>
          <a:bodyPr anchor="b">
            <a:noAutofit/>
          </a:bodyPr>
          <a:lstStyle>
            <a:lvl1pPr indent="0" marL="0">
              <a:lnSpc>
                <a:spcPct val="100000"/>
              </a:lnSpc>
              <a:buNone/>
              <a:defRPr b="1" sz="5000"/>
            </a:lvl1pPr>
            <a:lvl2pPr indent="0" marL="228600">
              <a:lnSpc>
                <a:spcPct val="100000"/>
              </a:lnSpc>
              <a:buNone/>
              <a:defRPr b="1" sz="4400"/>
            </a:lvl2pPr>
            <a:lvl3pPr indent="0" marL="457200">
              <a:lnSpc>
                <a:spcPct val="100000"/>
              </a:lnSpc>
              <a:buNone/>
              <a:defRPr b="1" sz="4000"/>
            </a:lvl3pPr>
            <a:lvl4pPr indent="0" marL="685800">
              <a:lnSpc>
                <a:spcPct val="100000"/>
              </a:lnSpc>
              <a:buNone/>
              <a:defRPr b="1" sz="3600"/>
            </a:lvl4pPr>
            <a:lvl5pPr indent="0" marL="914400">
              <a:lnSpc>
                <a:spcPct val="100000"/>
              </a:lnSpc>
              <a:buNone/>
              <a:defRPr b="1" sz="320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48782" name="Freeform 10"/>
          <p:cNvSpPr/>
          <p:nvPr userDrawn="1"/>
        </p:nvSpPr>
        <p:spPr>
          <a:xfrm>
            <a:off x="1" y="6134100"/>
            <a:ext cx="185398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83" name="Freeform 10"/>
          <p:cNvSpPr/>
          <p:nvPr userDrawn="1"/>
        </p:nvSpPr>
        <p:spPr>
          <a:xfrm rot="5400000">
            <a:off x="10616942" y="363855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84" name="Date Placeholder 2"/>
          <p:cNvSpPr>
            <a:spLocks noGrp="1"/>
          </p:cNvSpPr>
          <p:nvPr>
            <p:ph type="dt" sz="half" idx="14"/>
          </p:nvPr>
        </p:nvSpPr>
        <p:spPr/>
        <p:txBody>
          <a:bodyPr/>
          <a:p>
            <a:r>
              <a:rPr altLang="zh-CN" lang="en-US"/>
              <a:t>03/13/2025</a:t>
            </a:r>
          </a:p>
        </p:txBody>
      </p:sp>
      <p:sp>
        <p:nvSpPr>
          <p:cNvPr id="1048785" name="Footer Placeholder 3"/>
          <p:cNvSpPr>
            <a:spLocks noGrp="1"/>
          </p:cNvSpPr>
          <p:nvPr>
            <p:ph type="ftr" sz="quarter" idx="15"/>
          </p:nvPr>
        </p:nvSpPr>
        <p:spPr/>
        <p:txBody>
          <a:bodyPr/>
          <a:p>
            <a:r>
              <a:rPr altLang="zh-CN" lang="en-US"/>
              <a:t>Sample Footer Text</a:t>
            </a:r>
          </a:p>
        </p:txBody>
      </p:sp>
      <p:sp>
        <p:nvSpPr>
          <p:cNvPr id="1048786" name="Slide Number Placeholder 4"/>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16" name=""/>
        <p:cNvGrpSpPr/>
        <p:nvPr/>
      </p:nvGrpSpPr>
      <p:grpSpPr>
        <a:xfrm>
          <a:off x="0" y="0"/>
          <a:ext cx="0" cy="0"/>
          <a:chOff x="0" y="0"/>
          <a:chExt cx="0" cy="0"/>
        </a:xfrm>
      </p:grpSpPr>
      <p:sp>
        <p:nvSpPr>
          <p:cNvPr id="1048871" name="Title 1"/>
          <p:cNvSpPr>
            <a:spLocks noGrp="1"/>
          </p:cNvSpPr>
          <p:nvPr>
            <p:ph type="title"/>
          </p:nvPr>
        </p:nvSpPr>
        <p:spPr>
          <a:xfrm>
            <a:off x="612648" y="-1133856"/>
            <a:ext cx="10652760" cy="1133856"/>
          </a:xfrm>
        </p:spPr>
        <p:txBody>
          <a:bodyPr bIns="0" lIns="0" rIns="0" tIns="0">
            <a:noAutofit/>
          </a:bodyPr>
          <a:lstStyle>
            <a:lvl1pPr>
              <a:defRPr b="0"/>
            </a:lvl1pPr>
          </a:lstStyle>
          <a:p>
            <a:r>
              <a:rPr lang="en-US"/>
              <a:t>Click to edit Master title style</a:t>
            </a:r>
          </a:p>
        </p:txBody>
      </p:sp>
      <p:sp>
        <p:nvSpPr>
          <p:cNvPr id="1048872" name="Content Placeholder 6"/>
          <p:cNvSpPr>
            <a:spLocks noGrp="1"/>
          </p:cNvSpPr>
          <p:nvPr>
            <p:ph sz="quarter" idx="13" hasCustomPrompt="1"/>
          </p:nvPr>
        </p:nvSpPr>
        <p:spPr>
          <a:xfrm>
            <a:off x="612648" y="548640"/>
            <a:ext cx="8266176" cy="5605272"/>
          </a:xfrm>
        </p:spPr>
        <p:txBody>
          <a:bodyPr anchor="t" bIns="0" lIns="0" rIns="0" tIns="0">
            <a:noAutofit/>
          </a:bodyPr>
          <a:lstStyle>
            <a:lvl1pPr indent="0" marL="0">
              <a:lnSpc>
                <a:spcPct val="100000"/>
              </a:lnSpc>
              <a:buNone/>
              <a:defRPr b="1" sz="5000"/>
            </a:lvl1pPr>
            <a:lvl2pPr indent="0" marL="228600">
              <a:lnSpc>
                <a:spcPct val="100000"/>
              </a:lnSpc>
              <a:buNone/>
              <a:defRPr b="1" sz="4400"/>
            </a:lvl2pPr>
            <a:lvl3pPr indent="0" marL="457200">
              <a:lnSpc>
                <a:spcPct val="100000"/>
              </a:lnSpc>
              <a:buNone/>
              <a:defRPr b="1" sz="4000"/>
            </a:lvl3pPr>
            <a:lvl4pPr indent="0" marL="685800">
              <a:lnSpc>
                <a:spcPct val="100000"/>
              </a:lnSpc>
              <a:buNone/>
              <a:defRPr b="1" sz="3600"/>
            </a:lvl4pPr>
            <a:lvl5pPr indent="0" marL="914400">
              <a:lnSpc>
                <a:spcPct val="100000"/>
              </a:lnSpc>
              <a:buNone/>
              <a:defRPr b="1" sz="320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48873" name="Freeform 10"/>
          <p:cNvSpPr/>
          <p:nvPr userDrawn="1"/>
        </p:nvSpPr>
        <p:spPr>
          <a:xfrm rot="5400000">
            <a:off x="10616942" y="1399798"/>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74" name="Freeform 10"/>
          <p:cNvSpPr/>
          <p:nvPr userDrawn="1"/>
        </p:nvSpPr>
        <p:spPr>
          <a:xfrm>
            <a:off x="10937497" y="5430012"/>
            <a:ext cx="1254503"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875" name="Date Placeholder 2"/>
          <p:cNvSpPr>
            <a:spLocks noGrp="1"/>
          </p:cNvSpPr>
          <p:nvPr>
            <p:ph type="dt" sz="half" idx="14"/>
          </p:nvPr>
        </p:nvSpPr>
        <p:spPr/>
        <p:txBody>
          <a:bodyPr/>
          <a:p>
            <a:r>
              <a:rPr altLang="zh-CN" lang="en-US"/>
              <a:t>03/13/2025</a:t>
            </a:r>
          </a:p>
        </p:txBody>
      </p:sp>
      <p:sp>
        <p:nvSpPr>
          <p:cNvPr id="1048876" name="Footer Placeholder 3"/>
          <p:cNvSpPr>
            <a:spLocks noGrp="1"/>
          </p:cNvSpPr>
          <p:nvPr>
            <p:ph type="ftr" sz="quarter" idx="15"/>
          </p:nvPr>
        </p:nvSpPr>
        <p:spPr/>
        <p:txBody>
          <a:bodyPr/>
          <a:p>
            <a:r>
              <a:rPr altLang="zh-CN" lang="en-US"/>
              <a:t>Sample Footer Text</a:t>
            </a:r>
          </a:p>
        </p:txBody>
      </p:sp>
      <p:sp>
        <p:nvSpPr>
          <p:cNvPr id="1048877" name="Slide Number Placeholder 4"/>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type="title">
  <p:cSld name="Quote 1">
    <p:spTree>
      <p:nvGrpSpPr>
        <p:cNvPr id="124" name=""/>
        <p:cNvGrpSpPr/>
        <p:nvPr/>
      </p:nvGrpSpPr>
      <p:grpSpPr>
        <a:xfrm>
          <a:off x="0" y="0"/>
          <a:ext cx="0" cy="0"/>
          <a:chOff x="0" y="0"/>
          <a:chExt cx="0" cy="0"/>
        </a:xfrm>
      </p:grpSpPr>
      <p:sp>
        <p:nvSpPr>
          <p:cNvPr id="1048940" name="Title 1"/>
          <p:cNvSpPr>
            <a:spLocks noGrp="1"/>
          </p:cNvSpPr>
          <p:nvPr>
            <p:ph type="ctrTitle" hasCustomPrompt="1"/>
          </p:nvPr>
        </p:nvSpPr>
        <p:spPr>
          <a:xfrm>
            <a:off x="1499616" y="1188720"/>
            <a:ext cx="9198864" cy="3657600"/>
          </a:xfrm>
        </p:spPr>
        <p:txBody>
          <a:bodyPr anchor="ctr" bIns="0" lIns="0" rIns="0" tIns="0">
            <a:noAutofit/>
          </a:bodyPr>
          <a:lstStyle>
            <a:lvl1pPr algn="l">
              <a:lnSpc>
                <a:spcPct val="100000"/>
              </a:lnSpc>
              <a:defRPr b="0" sz="4000"/>
            </a:lvl1pPr>
          </a:lstStyle>
          <a:p>
            <a:r>
              <a:rPr lang="en-US"/>
              <a:t>Click to edit Quote</a:t>
            </a:r>
          </a:p>
        </p:txBody>
      </p:sp>
      <p:sp>
        <p:nvSpPr>
          <p:cNvPr id="1048941" name="Subtitle 2"/>
          <p:cNvSpPr>
            <a:spLocks noGrp="1"/>
          </p:cNvSpPr>
          <p:nvPr>
            <p:ph type="subTitle" idx="1" hasCustomPrompt="1"/>
          </p:nvPr>
        </p:nvSpPr>
        <p:spPr>
          <a:xfrm>
            <a:off x="1499616" y="5428752"/>
            <a:ext cx="9198864" cy="466344"/>
          </a:xfrm>
        </p:spPr>
        <p:txBody>
          <a:bodyPr anchor="ctr" bIns="0" lIns="0" rIns="0" tIns="0">
            <a:noAutofit/>
          </a:bodyPr>
          <a:lstStyle>
            <a:lvl1pPr algn="l" indent="0" marL="0">
              <a:buNone/>
              <a:defRPr b="1" sz="2200">
                <a:solidFill>
                  <a:schemeClr val="tx1"/>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Quote Author</a:t>
            </a:r>
          </a:p>
        </p:txBody>
      </p:sp>
      <p:sp>
        <p:nvSpPr>
          <p:cNvPr id="1048942" name="Freeform 10"/>
          <p:cNvSpPr/>
          <p:nvPr userDrawn="1"/>
        </p:nvSpPr>
        <p:spPr>
          <a:xfrm rot="16200000">
            <a:off x="-851158" y="2655570"/>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43" name="Freeform 10"/>
          <p:cNvSpPr/>
          <p:nvPr userDrawn="1"/>
        </p:nvSpPr>
        <p:spPr>
          <a:xfrm>
            <a:off x="10937497" y="5299974"/>
            <a:ext cx="1254503"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44" name="Date Placeholder 6"/>
          <p:cNvSpPr>
            <a:spLocks noGrp="1"/>
          </p:cNvSpPr>
          <p:nvPr>
            <p:ph type="dt" sz="half" idx="10"/>
          </p:nvPr>
        </p:nvSpPr>
        <p:spPr/>
        <p:txBody>
          <a:bodyPr/>
          <a:p>
            <a:r>
              <a:rPr altLang="zh-CN" lang="en-US"/>
              <a:t>03/13/2025</a:t>
            </a:r>
          </a:p>
        </p:txBody>
      </p:sp>
      <p:sp>
        <p:nvSpPr>
          <p:cNvPr id="1048945" name="Footer Placeholder 7"/>
          <p:cNvSpPr>
            <a:spLocks noGrp="1"/>
          </p:cNvSpPr>
          <p:nvPr>
            <p:ph type="ftr" sz="quarter" idx="11"/>
          </p:nvPr>
        </p:nvSpPr>
        <p:spPr/>
        <p:txBody>
          <a:bodyPr/>
          <a:p>
            <a:r>
              <a:rPr altLang="zh-CN" lang="en-US"/>
              <a:t>Sample Footer Text</a:t>
            </a:r>
          </a:p>
        </p:txBody>
      </p:sp>
      <p:sp>
        <p:nvSpPr>
          <p:cNvPr id="1048946" name="Slide Number Placeholder 10"/>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type="title">
  <p:cSld name="Quote 2">
    <p:bg>
      <p:bgPr>
        <a:solidFill>
          <a:schemeClr val="tx1"/>
        </a:solidFill>
        <a:effectLst/>
      </p:bgPr>
    </p:bg>
    <p:spTree>
      <p:nvGrpSpPr>
        <p:cNvPr id="130" name=""/>
        <p:cNvGrpSpPr/>
        <p:nvPr/>
      </p:nvGrpSpPr>
      <p:grpSpPr>
        <a:xfrm>
          <a:off x="0" y="0"/>
          <a:ext cx="0" cy="0"/>
          <a:chOff x="0" y="0"/>
          <a:chExt cx="0" cy="0"/>
        </a:xfrm>
      </p:grpSpPr>
      <p:sp>
        <p:nvSpPr>
          <p:cNvPr id="1048992" name="Rectangle 6"/>
          <p:cNvSpPr/>
          <p:nvPr userDrawn="1"/>
        </p:nvSpPr>
        <p:spPr>
          <a:xfrm>
            <a:off x="0" y="0"/>
            <a:ext cx="12192000" cy="6858000"/>
          </a:xfrm>
          <a:prstGeom prst="rect"/>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993" name="Title 1"/>
          <p:cNvSpPr>
            <a:spLocks noGrp="1"/>
          </p:cNvSpPr>
          <p:nvPr>
            <p:ph type="ctrTitle" hasCustomPrompt="1"/>
          </p:nvPr>
        </p:nvSpPr>
        <p:spPr>
          <a:xfrm>
            <a:off x="1499616" y="1344168"/>
            <a:ext cx="9198864" cy="3291840"/>
          </a:xfrm>
        </p:spPr>
        <p:txBody>
          <a:bodyPr anchor="ctr" bIns="0" lIns="0" rIns="0" tIns="0">
            <a:noAutofit/>
          </a:bodyPr>
          <a:lstStyle>
            <a:lvl1pPr algn="l">
              <a:lnSpc>
                <a:spcPct val="100000"/>
              </a:lnSpc>
              <a:defRPr b="0" sz="4000">
                <a:solidFill>
                  <a:schemeClr val="bg2"/>
                </a:solidFill>
              </a:defRPr>
            </a:lvl1pPr>
          </a:lstStyle>
          <a:p>
            <a:r>
              <a:rPr lang="en-US"/>
              <a:t>Click to edit Quote</a:t>
            </a:r>
          </a:p>
        </p:txBody>
      </p:sp>
      <p:sp>
        <p:nvSpPr>
          <p:cNvPr id="1048994" name="Subtitle 2"/>
          <p:cNvSpPr>
            <a:spLocks noGrp="1"/>
          </p:cNvSpPr>
          <p:nvPr>
            <p:ph type="subTitle" idx="1" hasCustomPrompt="1"/>
          </p:nvPr>
        </p:nvSpPr>
        <p:spPr>
          <a:xfrm>
            <a:off x="1499616" y="5349240"/>
            <a:ext cx="9198864" cy="466344"/>
          </a:xfrm>
        </p:spPr>
        <p:txBody>
          <a:bodyPr anchor="ctr" bIns="0" lIns="0" rIns="0" tIns="0">
            <a:noAutofit/>
          </a:bodyPr>
          <a:lstStyle>
            <a:lvl1pPr algn="l" indent="0" marL="0">
              <a:buNone/>
              <a:defRPr b="1" sz="2200">
                <a:solidFill>
                  <a:schemeClr val="bg2"/>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Quote Author</a:t>
            </a:r>
          </a:p>
        </p:txBody>
      </p:sp>
      <p:sp>
        <p:nvSpPr>
          <p:cNvPr id="1048995" name="Date Placeholder 3"/>
          <p:cNvSpPr>
            <a:spLocks noGrp="1"/>
          </p:cNvSpPr>
          <p:nvPr>
            <p:ph type="dt" sz="half" idx="10"/>
          </p:nvPr>
        </p:nvSpPr>
        <p:spPr/>
        <p:txBody>
          <a:bodyPr/>
          <a:lstStyle>
            <a:lvl1pPr>
              <a:defRPr>
                <a:solidFill>
                  <a:schemeClr val="bg1"/>
                </a:solidFill>
              </a:defRPr>
            </a:lvl1pPr>
          </a:lstStyle>
          <a:p>
            <a:r>
              <a:rPr altLang="zh-CN" lang="en-US"/>
              <a:t>03/13/2025</a:t>
            </a:r>
          </a:p>
        </p:txBody>
      </p:sp>
      <p:sp>
        <p:nvSpPr>
          <p:cNvPr id="1048996" name="Footer Placeholder 4"/>
          <p:cNvSpPr>
            <a:spLocks noGrp="1"/>
          </p:cNvSpPr>
          <p:nvPr>
            <p:ph type="ftr" sz="quarter" idx="11"/>
          </p:nvPr>
        </p:nvSpPr>
        <p:spPr/>
        <p:txBody>
          <a:bodyPr/>
          <a:lstStyle>
            <a:lvl1pPr>
              <a:defRPr>
                <a:solidFill>
                  <a:schemeClr val="bg1"/>
                </a:solidFill>
              </a:defRPr>
            </a:lvl1pPr>
          </a:lstStyle>
          <a:p>
            <a:r>
              <a:rPr altLang="zh-CN" lang="en-US"/>
              <a:t>Sample Footer Text</a:t>
            </a:r>
          </a:p>
        </p:txBody>
      </p:sp>
      <p:sp>
        <p:nvSpPr>
          <p:cNvPr id="1048997" name="Slide Number Placeholder 5"/>
          <p:cNvSpPr>
            <a:spLocks noGrp="1"/>
          </p:cNvSpPr>
          <p:nvPr>
            <p:ph type="sldNum" sz="half" idx="12"/>
          </p:nvPr>
        </p:nvSpPr>
        <p:spPr/>
        <p:txBody>
          <a:bodyPr/>
          <a:lstStyle>
            <a:lvl1pPr>
              <a:defRPr>
                <a:solidFill>
                  <a:schemeClr val="bg1"/>
                </a:solidFill>
              </a:defRPr>
            </a:lvl1pPr>
          </a:lstStyle>
          <a:p>
            <a:fld id="{64D095EA-18D5-4754-B677-EAAE710458D2}" type="slidenum">
              <a:rPr altLang="zh-CN" lang="en-US" smtClean="0"/>
              <a:t>‹#›</a:t>
            </a:fld>
            <a:endParaRPr altLang="zh-CN" lang="en-US"/>
          </a:p>
        </p:txBody>
      </p:sp>
    </p:spTree>
  </p:cSld>
  <p:clrMapOvr>
    <a:overrideClrMapping accent1="accent1" accent2="accent2" accent3="accent3" accent4="accent4" accent5="accent5" accent6="accent6" bg1="dk1" bg2="dk2" tx1="lt1" tx2="lt2"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type="title">
  <p:cSld name="Quote 3">
    <p:spTree>
      <p:nvGrpSpPr>
        <p:cNvPr id="131" name=""/>
        <p:cNvGrpSpPr/>
        <p:nvPr/>
      </p:nvGrpSpPr>
      <p:grpSpPr>
        <a:xfrm>
          <a:off x="0" y="0"/>
          <a:ext cx="0" cy="0"/>
          <a:chOff x="0" y="0"/>
          <a:chExt cx="0" cy="0"/>
        </a:xfrm>
      </p:grpSpPr>
      <p:sp>
        <p:nvSpPr>
          <p:cNvPr id="1048998" name="Title 1"/>
          <p:cNvSpPr>
            <a:spLocks noGrp="1"/>
          </p:cNvSpPr>
          <p:nvPr>
            <p:ph type="ctrTitle" hasCustomPrompt="1"/>
          </p:nvPr>
        </p:nvSpPr>
        <p:spPr>
          <a:xfrm>
            <a:off x="844000" y="1234440"/>
            <a:ext cx="8961120" cy="3169920"/>
          </a:xfrm>
        </p:spPr>
        <p:txBody>
          <a:bodyPr anchor="ctr" bIns="0" lIns="0" rIns="0" tIns="0">
            <a:noAutofit/>
          </a:bodyPr>
          <a:lstStyle>
            <a:lvl1pPr algn="l">
              <a:lnSpc>
                <a:spcPct val="100000"/>
              </a:lnSpc>
              <a:defRPr b="0" sz="4400"/>
            </a:lvl1pPr>
          </a:lstStyle>
          <a:p>
            <a:r>
              <a:rPr lang="en-US"/>
              <a:t>Click to edit Quote</a:t>
            </a:r>
          </a:p>
        </p:txBody>
      </p:sp>
      <p:sp>
        <p:nvSpPr>
          <p:cNvPr id="1048999" name="Subtitle 2"/>
          <p:cNvSpPr>
            <a:spLocks noGrp="1"/>
          </p:cNvSpPr>
          <p:nvPr>
            <p:ph type="subTitle" idx="1" hasCustomPrompt="1"/>
          </p:nvPr>
        </p:nvSpPr>
        <p:spPr>
          <a:xfrm>
            <a:off x="841793" y="5540026"/>
            <a:ext cx="8961120" cy="466344"/>
          </a:xfrm>
        </p:spPr>
        <p:txBody>
          <a:bodyPr anchor="ctr" bIns="0" lIns="0" rIns="0" tIns="0">
            <a:noAutofit/>
          </a:bodyPr>
          <a:lstStyle>
            <a:lvl1pPr algn="l" indent="0" marL="0">
              <a:buNone/>
              <a:defRPr b="1" sz="2200">
                <a:solidFill>
                  <a:schemeClr val="tx1"/>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Quote Author</a:t>
            </a:r>
          </a:p>
        </p:txBody>
      </p:sp>
      <p:sp>
        <p:nvSpPr>
          <p:cNvPr id="1049000" name="Freeform 17"/>
          <p:cNvSpPr/>
          <p:nvPr userDrawn="1"/>
        </p:nvSpPr>
        <p:spPr>
          <a:xfrm rot="16200000">
            <a:off x="9704644" y="2904067"/>
            <a:ext cx="3924846" cy="1049867"/>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9001" name="Date Placeholder 6"/>
          <p:cNvSpPr>
            <a:spLocks noGrp="1"/>
          </p:cNvSpPr>
          <p:nvPr>
            <p:ph type="dt" sz="half" idx="10"/>
          </p:nvPr>
        </p:nvSpPr>
        <p:spPr/>
        <p:txBody>
          <a:bodyPr/>
          <a:p>
            <a:r>
              <a:rPr altLang="zh-CN" lang="en-US"/>
              <a:t>03/13/2025</a:t>
            </a:r>
          </a:p>
        </p:txBody>
      </p:sp>
      <p:sp>
        <p:nvSpPr>
          <p:cNvPr id="1049002" name="Footer Placeholder 7"/>
          <p:cNvSpPr>
            <a:spLocks noGrp="1"/>
          </p:cNvSpPr>
          <p:nvPr>
            <p:ph type="ftr" sz="quarter" idx="11"/>
          </p:nvPr>
        </p:nvSpPr>
        <p:spPr/>
        <p:txBody>
          <a:bodyPr/>
          <a:p>
            <a:r>
              <a:rPr altLang="zh-CN" lang="en-US"/>
              <a:t>Sample Footer Text</a:t>
            </a:r>
          </a:p>
        </p:txBody>
      </p:sp>
      <p:sp>
        <p:nvSpPr>
          <p:cNvPr id="1049003" name="Slide Number Placeholder 8"/>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46" name=""/>
        <p:cNvGrpSpPr/>
        <p:nvPr/>
      </p:nvGrpSpPr>
      <p:grpSpPr>
        <a:xfrm>
          <a:off x="0" y="0"/>
          <a:ext cx="0" cy="0"/>
          <a:chOff x="0" y="0"/>
          <a:chExt cx="0" cy="0"/>
        </a:xfrm>
      </p:grpSpPr>
      <p:sp>
        <p:nvSpPr>
          <p:cNvPr id="1049135" name="Title 1"/>
          <p:cNvSpPr>
            <a:spLocks noGrp="1"/>
          </p:cNvSpPr>
          <p:nvPr>
            <p:ph type="title"/>
          </p:nvPr>
        </p:nvSpPr>
        <p:spPr>
          <a:xfrm>
            <a:off x="838200" y="831919"/>
            <a:ext cx="10515600" cy="1132258"/>
          </a:xfrm>
        </p:spPr>
        <p:txBody>
          <a:bodyPr bIns="0" lIns="0" rIns="0" tIns="0">
            <a:noAutofit/>
          </a:bodyPr>
          <a:lstStyle>
            <a:lvl1pPr>
              <a:defRPr b="0"/>
            </a:lvl1pPr>
          </a:lstStyle>
          <a:p>
            <a:r>
              <a:rPr lang="en-US"/>
              <a:t>Click to edit Master title style</a:t>
            </a:r>
          </a:p>
        </p:txBody>
      </p:sp>
      <p:sp>
        <p:nvSpPr>
          <p:cNvPr id="1049136" name="Text Placeholder 8"/>
          <p:cNvSpPr>
            <a:spLocks noGrp="1"/>
          </p:cNvSpPr>
          <p:nvPr>
            <p:ph type="body" sz="quarter" idx="13"/>
          </p:nvPr>
        </p:nvSpPr>
        <p:spPr>
          <a:xfrm>
            <a:off x="838200" y="2147455"/>
            <a:ext cx="5181600" cy="3878625"/>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37" name="Text Placeholder 10"/>
          <p:cNvSpPr>
            <a:spLocks noGrp="1"/>
          </p:cNvSpPr>
          <p:nvPr>
            <p:ph type="body" sz="quarter" idx="14"/>
          </p:nvPr>
        </p:nvSpPr>
        <p:spPr>
          <a:xfrm>
            <a:off x="6172200" y="2147455"/>
            <a:ext cx="5181600" cy="3878625"/>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38" name="Freeform 10"/>
          <p:cNvSpPr/>
          <p:nvPr userDrawn="1"/>
        </p:nvSpPr>
        <p:spPr>
          <a:xfrm rot="5400000">
            <a:off x="10616942" y="4451022"/>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39" name="Freeform 10"/>
          <p:cNvSpPr/>
          <p:nvPr userDrawn="1"/>
        </p:nvSpPr>
        <p:spPr>
          <a:xfrm rot="16200000">
            <a:off x="-265301" y="1097222"/>
            <a:ext cx="1254503"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40" name="Date Placeholder 7"/>
          <p:cNvSpPr>
            <a:spLocks noGrp="1"/>
          </p:cNvSpPr>
          <p:nvPr>
            <p:ph type="dt" sz="half" idx="15"/>
          </p:nvPr>
        </p:nvSpPr>
        <p:spPr/>
        <p:txBody>
          <a:bodyPr/>
          <a:p>
            <a:r>
              <a:rPr altLang="zh-CN" lang="en-US"/>
              <a:t>03/13/2025</a:t>
            </a:r>
          </a:p>
        </p:txBody>
      </p:sp>
      <p:sp>
        <p:nvSpPr>
          <p:cNvPr id="1049141" name="Footer Placeholder 9"/>
          <p:cNvSpPr>
            <a:spLocks noGrp="1"/>
          </p:cNvSpPr>
          <p:nvPr>
            <p:ph type="ftr" sz="quarter" idx="16"/>
          </p:nvPr>
        </p:nvSpPr>
        <p:spPr/>
        <p:txBody>
          <a:bodyPr/>
          <a:p>
            <a:r>
              <a:rPr altLang="zh-CN" lang="en-US"/>
              <a:t>Sample Footer Text</a:t>
            </a:r>
          </a:p>
        </p:txBody>
      </p:sp>
      <p:sp>
        <p:nvSpPr>
          <p:cNvPr id="1049142" name="Slide Number Placeholder 11"/>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53" name=""/>
        <p:cNvGrpSpPr/>
        <p:nvPr/>
      </p:nvGrpSpPr>
      <p:grpSpPr>
        <a:xfrm>
          <a:off x="0" y="0"/>
          <a:ext cx="0" cy="0"/>
          <a:chOff x="0" y="0"/>
          <a:chExt cx="0" cy="0"/>
        </a:xfrm>
      </p:grpSpPr>
      <p:sp>
        <p:nvSpPr>
          <p:cNvPr id="1049199" name="Title 1"/>
          <p:cNvSpPr>
            <a:spLocks noGrp="1"/>
          </p:cNvSpPr>
          <p:nvPr>
            <p:ph type="title"/>
          </p:nvPr>
        </p:nvSpPr>
        <p:spPr>
          <a:xfrm>
            <a:off x="886374" y="838988"/>
            <a:ext cx="10461626" cy="1143292"/>
          </a:xfrm>
        </p:spPr>
        <p:txBody>
          <a:bodyPr bIns="0" lIns="0" rIns="0" tIns="0">
            <a:noAutofit/>
          </a:bodyPr>
          <a:lstStyle>
            <a:lvl1pPr>
              <a:defRPr b="0"/>
            </a:lvl1pPr>
          </a:lstStyle>
          <a:p>
            <a:r>
              <a:rPr lang="en-US"/>
              <a:t>Click to edit Master title style</a:t>
            </a:r>
          </a:p>
        </p:txBody>
      </p:sp>
      <p:sp>
        <p:nvSpPr>
          <p:cNvPr id="1049200" name="Text Placeholder 2"/>
          <p:cNvSpPr>
            <a:spLocks noGrp="1"/>
          </p:cNvSpPr>
          <p:nvPr>
            <p:ph type="body" idx="1"/>
          </p:nvPr>
        </p:nvSpPr>
        <p:spPr>
          <a:xfrm>
            <a:off x="844000" y="2142935"/>
            <a:ext cx="5157787" cy="559834"/>
          </a:xfrm>
        </p:spPr>
        <p:txBody>
          <a:bodyPr anchor="b" bIns="0" lIns="0" rIns="0" tIns="0">
            <a:noAutofit/>
          </a:bodyPr>
          <a:lstStyle>
            <a:lvl1pPr indent="0" marL="0">
              <a:lnSpc>
                <a:spcPct val="90000"/>
              </a:lnSpc>
              <a:buNone/>
              <a:defRPr baseline="0" b="1" cap="all" sz="20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9201" name="Text Placeholder 10"/>
          <p:cNvSpPr>
            <a:spLocks noGrp="1"/>
          </p:cNvSpPr>
          <p:nvPr>
            <p:ph type="body" sz="quarter" idx="13"/>
          </p:nvPr>
        </p:nvSpPr>
        <p:spPr>
          <a:xfrm>
            <a:off x="844000" y="2844801"/>
            <a:ext cx="5157788" cy="3174212"/>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202" name="Text Placeholder 4"/>
          <p:cNvSpPr>
            <a:spLocks noGrp="1"/>
          </p:cNvSpPr>
          <p:nvPr>
            <p:ph type="body" sz="quarter" idx="3"/>
          </p:nvPr>
        </p:nvSpPr>
        <p:spPr>
          <a:xfrm>
            <a:off x="6164812" y="2142935"/>
            <a:ext cx="5183188" cy="559834"/>
          </a:xfrm>
        </p:spPr>
        <p:txBody>
          <a:bodyPr anchor="b" bIns="0" lIns="0" rIns="0" tIns="0">
            <a:noAutofit/>
          </a:bodyPr>
          <a:lstStyle>
            <a:lvl1pPr indent="0" marL="0">
              <a:lnSpc>
                <a:spcPct val="90000"/>
              </a:lnSpc>
              <a:buNone/>
              <a:defRPr baseline="0" b="1" cap="all" sz="20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9203" name="Text Placeholder 12"/>
          <p:cNvSpPr>
            <a:spLocks noGrp="1"/>
          </p:cNvSpPr>
          <p:nvPr>
            <p:ph type="body" sz="quarter" idx="14"/>
          </p:nvPr>
        </p:nvSpPr>
        <p:spPr>
          <a:xfrm>
            <a:off x="6164812" y="2844801"/>
            <a:ext cx="5183188" cy="3174212"/>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204" name="Freeform 17"/>
          <p:cNvSpPr/>
          <p:nvPr userDrawn="1"/>
        </p:nvSpPr>
        <p:spPr>
          <a:xfrm>
            <a:off x="1" y="6298167"/>
            <a:ext cx="12192000" cy="559834"/>
          </a:xfrm>
          <a:custGeom>
            <a:avLst/>
            <a:ahLst/>
            <a:rect l="l" t="t" r="r" b="b"/>
            <a:pathLst>
              <a:path w="5072131" h="573308">
                <a:moveTo>
                  <a:pt x="0" y="0"/>
                </a:moveTo>
                <a:lnTo>
                  <a:pt x="5072131" y="0"/>
                </a:lnTo>
                <a:lnTo>
                  <a:pt x="5072131" y="573308"/>
                </a:lnTo>
                <a:lnTo>
                  <a:pt x="0" y="573308"/>
                </a:lnTo>
                <a:close/>
              </a:path>
            </a:pathLst>
          </a:custGeom>
          <a:solidFill>
            <a:schemeClr val="accent1"/>
          </a:solidFill>
        </p:spPr>
        <p:txBody>
          <a:bodyPr/>
          <a:p>
            <a:endParaRPr altLang="en-US" lang="zh-CN"/>
          </a:p>
        </p:txBody>
      </p:sp>
      <p:sp>
        <p:nvSpPr>
          <p:cNvPr id="1049205" name="Freeform 17"/>
          <p:cNvSpPr/>
          <p:nvPr userDrawn="1"/>
        </p:nvSpPr>
        <p:spPr>
          <a:xfrm flipV="1">
            <a:off x="7768799" y="6298164"/>
            <a:ext cx="4423201" cy="559836"/>
          </a:xfrm>
          <a:custGeom>
            <a:avLst/>
            <a:ah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p>
            <a:endParaRPr altLang="en-US" lang="zh-CN"/>
          </a:p>
        </p:txBody>
      </p:sp>
      <p:sp>
        <p:nvSpPr>
          <p:cNvPr id="1049206" name="Date Placeholder 9"/>
          <p:cNvSpPr>
            <a:spLocks noGrp="1"/>
          </p:cNvSpPr>
          <p:nvPr>
            <p:ph type="dt" sz="half" idx="15"/>
          </p:nvPr>
        </p:nvSpPr>
        <p:spPr/>
        <p:txBody>
          <a:bodyPr/>
          <a:p>
            <a:r>
              <a:rPr altLang="zh-CN" lang="en-US"/>
              <a:t>03/13/2025</a:t>
            </a:r>
          </a:p>
        </p:txBody>
      </p:sp>
      <p:sp>
        <p:nvSpPr>
          <p:cNvPr id="1049207" name="Footer Placeholder 11"/>
          <p:cNvSpPr>
            <a:spLocks noGrp="1"/>
          </p:cNvSpPr>
          <p:nvPr>
            <p:ph type="ftr" sz="quarter" idx="16"/>
          </p:nvPr>
        </p:nvSpPr>
        <p:spPr/>
        <p:txBody>
          <a:bodyPr/>
          <a:p>
            <a:r>
              <a:rPr altLang="zh-CN" lang="en-US"/>
              <a:t>Sample Footer Text</a:t>
            </a:r>
          </a:p>
        </p:txBody>
      </p:sp>
      <p:sp>
        <p:nvSpPr>
          <p:cNvPr id="1049208" name="Slide Number Placeholder 13"/>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type="titleOnly">
  <p:cSld name="Title Only ">
    <p:spTree>
      <p:nvGrpSpPr>
        <p:cNvPr id="101" name=""/>
        <p:cNvGrpSpPr/>
        <p:nvPr/>
      </p:nvGrpSpPr>
      <p:grpSpPr>
        <a:xfrm>
          <a:off x="0" y="0"/>
          <a:ext cx="0" cy="0"/>
          <a:chOff x="0" y="0"/>
          <a:chExt cx="0" cy="0"/>
        </a:xfrm>
      </p:grpSpPr>
      <p:sp>
        <p:nvSpPr>
          <p:cNvPr id="1048733" name="Title 1"/>
          <p:cNvSpPr>
            <a:spLocks noGrp="1"/>
          </p:cNvSpPr>
          <p:nvPr>
            <p:ph type="title"/>
          </p:nvPr>
        </p:nvSpPr>
        <p:spPr>
          <a:xfrm>
            <a:off x="844000" y="886783"/>
            <a:ext cx="10504000" cy="1132258"/>
          </a:xfrm>
        </p:spPr>
        <p:txBody>
          <a:bodyPr anchor="ctr" bIns="0" lIns="0" rIns="0" tIns="0">
            <a:noAutofit/>
          </a:bodyPr>
          <a:lstStyle>
            <a:lvl1pPr algn="ctr">
              <a:defRPr b="0" sz="3600"/>
            </a:lvl1pPr>
          </a:lstStyle>
          <a:p>
            <a:r>
              <a:rPr lang="en-US"/>
              <a:t>Click to edit Master title style</a:t>
            </a:r>
          </a:p>
        </p:txBody>
      </p:sp>
      <p:sp>
        <p:nvSpPr>
          <p:cNvPr id="1048734" name="Freeform 10"/>
          <p:cNvSpPr/>
          <p:nvPr userDrawn="1"/>
        </p:nvSpPr>
        <p:spPr>
          <a:xfrm>
            <a:off x="11328000" y="599400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35" name="Freeform 10"/>
          <p:cNvSpPr/>
          <p:nvPr userDrawn="1"/>
        </p:nvSpPr>
        <p:spPr>
          <a:xfrm>
            <a:off x="0" y="0"/>
            <a:ext cx="864000" cy="864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736" name="Date Placeholder 7"/>
          <p:cNvSpPr>
            <a:spLocks noGrp="1"/>
          </p:cNvSpPr>
          <p:nvPr>
            <p:ph type="dt" sz="half" idx="10"/>
          </p:nvPr>
        </p:nvSpPr>
        <p:spPr/>
        <p:txBody>
          <a:bodyPr/>
          <a:p>
            <a:r>
              <a:rPr altLang="zh-CN" lang="en-US"/>
              <a:t>03/13/2025</a:t>
            </a:r>
          </a:p>
        </p:txBody>
      </p:sp>
      <p:sp>
        <p:nvSpPr>
          <p:cNvPr id="1048737" name="Footer Placeholder 8"/>
          <p:cNvSpPr>
            <a:spLocks noGrp="1"/>
          </p:cNvSpPr>
          <p:nvPr>
            <p:ph type="ftr" sz="quarter" idx="11"/>
          </p:nvPr>
        </p:nvSpPr>
        <p:spPr/>
        <p:txBody>
          <a:bodyPr/>
          <a:p>
            <a:r>
              <a:rPr altLang="zh-CN" lang="en-US"/>
              <a:t>Sample Footer Text</a:t>
            </a:r>
          </a:p>
        </p:txBody>
      </p:sp>
      <p:sp>
        <p:nvSpPr>
          <p:cNvPr id="1048738" name="Slide Number Placeholder 9"/>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6" name=""/>
        <p:cNvGrpSpPr/>
        <p:nvPr/>
      </p:nvGrpSpPr>
      <p:grpSpPr>
        <a:xfrm>
          <a:off x="0" y="0"/>
          <a:ext cx="0" cy="0"/>
          <a:chOff x="0" y="0"/>
          <a:chExt cx="0" cy="0"/>
        </a:xfrm>
      </p:grpSpPr>
      <p:sp>
        <p:nvSpPr>
          <p:cNvPr id="1048698" name="Date Placeholder 4"/>
          <p:cNvSpPr>
            <a:spLocks noGrp="1"/>
          </p:cNvSpPr>
          <p:nvPr>
            <p:ph type="dt" sz="half" idx="10"/>
          </p:nvPr>
        </p:nvSpPr>
        <p:spPr/>
        <p:txBody>
          <a:bodyPr/>
          <a:p>
            <a:r>
              <a:rPr altLang="zh-CN" lang="en-US"/>
              <a:t>03/13/2025</a:t>
            </a:r>
          </a:p>
        </p:txBody>
      </p:sp>
      <p:sp>
        <p:nvSpPr>
          <p:cNvPr id="1048699" name="Footer Placeholder 5"/>
          <p:cNvSpPr>
            <a:spLocks noGrp="1"/>
          </p:cNvSpPr>
          <p:nvPr>
            <p:ph type="ftr" sz="quarter" idx="11"/>
          </p:nvPr>
        </p:nvSpPr>
        <p:spPr/>
        <p:txBody>
          <a:bodyPr/>
          <a:p>
            <a:r>
              <a:rPr altLang="zh-CN" lang="en-US"/>
              <a:t>Sample Footer Text</a:t>
            </a:r>
          </a:p>
        </p:txBody>
      </p:sp>
      <p:sp>
        <p:nvSpPr>
          <p:cNvPr id="1048700" name="Slide Number Placeholder 6"/>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42" name=""/>
        <p:cNvGrpSpPr/>
        <p:nvPr/>
      </p:nvGrpSpPr>
      <p:grpSpPr>
        <a:xfrm>
          <a:off x="0" y="0"/>
          <a:ext cx="0" cy="0"/>
          <a:chOff x="0" y="0"/>
          <a:chExt cx="0" cy="0"/>
        </a:xfrm>
      </p:grpSpPr>
      <p:sp>
        <p:nvSpPr>
          <p:cNvPr id="1049102" name="Title 1"/>
          <p:cNvSpPr>
            <a:spLocks noGrp="1"/>
          </p:cNvSpPr>
          <p:nvPr>
            <p:ph type="title"/>
          </p:nvPr>
        </p:nvSpPr>
        <p:spPr>
          <a:xfrm>
            <a:off x="844000" y="831919"/>
            <a:ext cx="3595634" cy="1757505"/>
          </a:xfrm>
        </p:spPr>
        <p:txBody>
          <a:bodyPr anchor="t" bIns="0" lIns="0" rIns="0" tIns="0">
            <a:noAutofit/>
          </a:bodyPr>
          <a:lstStyle>
            <a:lvl1pPr>
              <a:defRPr b="0" sz="2800"/>
            </a:lvl1pPr>
          </a:lstStyle>
          <a:p>
            <a:r>
              <a:rPr lang="en-US"/>
              <a:t>Click to edit Master title style</a:t>
            </a:r>
          </a:p>
        </p:txBody>
      </p:sp>
      <p:sp>
        <p:nvSpPr>
          <p:cNvPr id="1049103" name="Text Placeholder 3"/>
          <p:cNvSpPr>
            <a:spLocks noGrp="1"/>
          </p:cNvSpPr>
          <p:nvPr>
            <p:ph type="body" sz="half" idx="2"/>
          </p:nvPr>
        </p:nvSpPr>
        <p:spPr>
          <a:xfrm>
            <a:off x="844000" y="2724912"/>
            <a:ext cx="3595634" cy="3301168"/>
          </a:xfrm>
        </p:spPr>
        <p:txBody>
          <a:bodyPr anchor="t" bIns="0" lIns="0" rIns="0" tIns="0">
            <a:noAutofit/>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9104" name="Content Placeholder 2"/>
          <p:cNvSpPr>
            <a:spLocks noGrp="1"/>
          </p:cNvSpPr>
          <p:nvPr>
            <p:ph idx="1"/>
          </p:nvPr>
        </p:nvSpPr>
        <p:spPr>
          <a:xfrm>
            <a:off x="4907742" y="831919"/>
            <a:ext cx="6440258" cy="5194161"/>
          </a:xfrm>
        </p:spPr>
        <p:txBody>
          <a:bodyPr bIns="0" lIns="0" rIns="0" tIns="0">
            <a:noAutofit/>
          </a:bodyPr>
          <a:lstStyle>
            <a:lvl1pPr indent="0" marL="0">
              <a:buNone/>
              <a:defRPr sz="1400"/>
            </a:lvl1pPr>
            <a:lvl2pPr indent="0" marL="457200">
              <a:buNone/>
              <a:defRPr sz="1200"/>
            </a:lvl2pPr>
            <a:lvl3pPr indent="0" marL="914400">
              <a:buNone/>
              <a:defRPr sz="1100"/>
            </a:lvl3pPr>
            <a:lvl4pPr indent="0" marL="1371600">
              <a:buNone/>
              <a:defRPr sz="1050"/>
            </a:lvl4pPr>
            <a:lvl5pPr indent="0" marL="1828800">
              <a:buNone/>
              <a:defRPr sz="105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05" name="Freeform 10"/>
          <p:cNvSpPr/>
          <p:nvPr userDrawn="1"/>
        </p:nvSpPr>
        <p:spPr>
          <a:xfrm rot="5400000">
            <a:off x="-265301" y="1097220"/>
            <a:ext cx="1254503"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06" name="Freeform 10"/>
          <p:cNvSpPr/>
          <p:nvPr userDrawn="1"/>
        </p:nvSpPr>
        <p:spPr>
          <a:xfrm rot="5400000">
            <a:off x="10616942" y="4451022"/>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07" name="Date Placeholder 9"/>
          <p:cNvSpPr>
            <a:spLocks noGrp="1"/>
          </p:cNvSpPr>
          <p:nvPr>
            <p:ph type="dt" sz="half" idx="10"/>
          </p:nvPr>
        </p:nvSpPr>
        <p:spPr/>
        <p:txBody>
          <a:bodyPr/>
          <a:p>
            <a:r>
              <a:rPr altLang="zh-CN" lang="en-US"/>
              <a:t>03/13/2025</a:t>
            </a:r>
          </a:p>
        </p:txBody>
      </p:sp>
      <p:sp>
        <p:nvSpPr>
          <p:cNvPr id="1049108" name="Footer Placeholder 10"/>
          <p:cNvSpPr>
            <a:spLocks noGrp="1"/>
          </p:cNvSpPr>
          <p:nvPr>
            <p:ph type="ftr" sz="quarter" idx="11"/>
          </p:nvPr>
        </p:nvSpPr>
        <p:spPr/>
        <p:txBody>
          <a:bodyPr/>
          <a:p>
            <a:r>
              <a:rPr altLang="zh-CN" lang="en-US"/>
              <a:t>Sample Footer Text</a:t>
            </a:r>
          </a:p>
        </p:txBody>
      </p:sp>
      <p:sp>
        <p:nvSpPr>
          <p:cNvPr id="1049109" name="Slide Number Placeholder 11"/>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48" name=""/>
        <p:cNvGrpSpPr/>
        <p:nvPr/>
      </p:nvGrpSpPr>
      <p:grpSpPr>
        <a:xfrm>
          <a:off x="0" y="0"/>
          <a:ext cx="0" cy="0"/>
          <a:chOff x="0" y="0"/>
          <a:chExt cx="0" cy="0"/>
        </a:xfrm>
      </p:grpSpPr>
      <p:sp>
        <p:nvSpPr>
          <p:cNvPr id="1049152" name="Title 1"/>
          <p:cNvSpPr>
            <a:spLocks noGrp="1"/>
          </p:cNvSpPr>
          <p:nvPr>
            <p:ph type="title"/>
          </p:nvPr>
        </p:nvSpPr>
        <p:spPr>
          <a:xfrm>
            <a:off x="844000" y="831919"/>
            <a:ext cx="3595634" cy="2212313"/>
          </a:xfrm>
        </p:spPr>
        <p:txBody>
          <a:bodyPr anchor="t" bIns="0" lIns="0" rIns="0" tIns="0">
            <a:noAutofit/>
          </a:bodyPr>
          <a:lstStyle>
            <a:lvl1pPr>
              <a:defRPr b="0" sz="2800"/>
            </a:lvl1pPr>
          </a:lstStyle>
          <a:p>
            <a:r>
              <a:rPr lang="en-US"/>
              <a:t>Click to edit Master title style</a:t>
            </a:r>
          </a:p>
        </p:txBody>
      </p:sp>
      <p:sp>
        <p:nvSpPr>
          <p:cNvPr id="1049153" name="Text Placeholder 3"/>
          <p:cNvSpPr>
            <a:spLocks noGrp="1"/>
          </p:cNvSpPr>
          <p:nvPr>
            <p:ph type="body" sz="half" idx="2"/>
          </p:nvPr>
        </p:nvSpPr>
        <p:spPr>
          <a:xfrm>
            <a:off x="849024" y="3260034"/>
            <a:ext cx="3585586" cy="2766045"/>
          </a:xfrm>
        </p:spPr>
        <p:txBody>
          <a:bodyPr anchor="b" bIns="0" lIns="0" rIns="0" tIns="0">
            <a:noAutofit/>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9154" name="Picture Placeholder 2"/>
          <p:cNvSpPr>
            <a:spLocks noGrp="1"/>
          </p:cNvSpPr>
          <p:nvPr>
            <p:ph type="pic" idx="1"/>
          </p:nvPr>
        </p:nvSpPr>
        <p:spPr>
          <a:xfrm>
            <a:off x="5063319" y="831919"/>
            <a:ext cx="6284681" cy="5194161"/>
          </a:xfrm>
        </p:spPr>
        <p:txBody>
          <a:bodyPr bIns="0" lIns="0" rIns="0" tIns="0">
            <a:no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a:t>Click icon to add picture</a:t>
            </a:r>
          </a:p>
        </p:txBody>
      </p:sp>
      <p:sp>
        <p:nvSpPr>
          <p:cNvPr id="1049155" name="Freeform 10"/>
          <p:cNvSpPr/>
          <p:nvPr userDrawn="1"/>
        </p:nvSpPr>
        <p:spPr>
          <a:xfrm rot="5400000">
            <a:off x="-265302" y="5036877"/>
            <a:ext cx="1254503"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56" name="Freeform 10"/>
          <p:cNvSpPr/>
          <p:nvPr userDrawn="1"/>
        </p:nvSpPr>
        <p:spPr>
          <a:xfrm rot="16200000">
            <a:off x="10616942" y="851158"/>
            <a:ext cx="2426216"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157" name="Date Placeholder 9"/>
          <p:cNvSpPr>
            <a:spLocks noGrp="1"/>
          </p:cNvSpPr>
          <p:nvPr>
            <p:ph type="dt" sz="half" idx="10"/>
          </p:nvPr>
        </p:nvSpPr>
        <p:spPr/>
        <p:txBody>
          <a:bodyPr/>
          <a:p>
            <a:r>
              <a:rPr altLang="zh-CN" lang="en-US"/>
              <a:t>03/13/2025</a:t>
            </a:r>
          </a:p>
        </p:txBody>
      </p:sp>
      <p:sp>
        <p:nvSpPr>
          <p:cNvPr id="1049158" name="Footer Placeholder 10"/>
          <p:cNvSpPr>
            <a:spLocks noGrp="1"/>
          </p:cNvSpPr>
          <p:nvPr>
            <p:ph type="ftr" sz="quarter" idx="11"/>
          </p:nvPr>
        </p:nvSpPr>
        <p:spPr/>
        <p:txBody>
          <a:bodyPr/>
          <a:p>
            <a:r>
              <a:rPr altLang="zh-CN" lang="en-US"/>
              <a:t>Sample Footer Text</a:t>
            </a:r>
          </a:p>
        </p:txBody>
      </p:sp>
      <p:sp>
        <p:nvSpPr>
          <p:cNvPr id="1049159" name="Slide Number Placeholder 11"/>
          <p:cNvSpPr>
            <a:spLocks noGrp="1"/>
          </p:cNvSpPr>
          <p:nvPr>
            <p:ph type="sldNum" sz="half" idx="12"/>
          </p:nvPr>
        </p:nvSpPr>
        <p:spPr/>
        <p:txBody>
          <a:bodyPr/>
          <a:p>
            <a:fld id="{64D095EA-18D5-4754-B677-EAAE710458D2}" type="slidenum">
              <a:rPr altLang="zh-CN" lang="en-US" smtClean="0"/>
              <a:t>‹#›</a:t>
            </a:fld>
            <a:endParaRPr altLang="zh-CN" 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27" name=""/>
        <p:cNvGrpSpPr/>
        <p:nvPr/>
      </p:nvGrpSpPr>
      <p:grpSpPr>
        <a:xfrm>
          <a:off x="0" y="0"/>
          <a:ext cx="0" cy="0"/>
          <a:chOff x="0" y="0"/>
          <a:chExt cx="0" cy="0"/>
        </a:xfrm>
      </p:grpSpPr>
      <p:sp>
        <p:nvSpPr>
          <p:cNvPr id="1048967" name="Title 1"/>
          <p:cNvSpPr>
            <a:spLocks noGrp="1"/>
          </p:cNvSpPr>
          <p:nvPr>
            <p:ph type="title"/>
          </p:nvPr>
        </p:nvSpPr>
        <p:spPr>
          <a:xfrm>
            <a:off x="847175" y="831919"/>
            <a:ext cx="7342307" cy="1791217"/>
          </a:xfrm>
        </p:spPr>
        <p:txBody>
          <a:bodyPr anchor="b" bIns="0" lIns="0" rIns="0" tIns="0">
            <a:noAutofit/>
          </a:bodyPr>
          <a:lstStyle>
            <a:lvl1pPr>
              <a:defRPr b="0" sz="6000"/>
            </a:lvl1pPr>
          </a:lstStyle>
          <a:p>
            <a:r>
              <a:rPr lang="en-US"/>
              <a:t>Click to edit Master title style</a:t>
            </a:r>
          </a:p>
        </p:txBody>
      </p:sp>
      <p:sp>
        <p:nvSpPr>
          <p:cNvPr id="1048968" name="Content Placeholder 7"/>
          <p:cNvSpPr>
            <a:spLocks noGrp="1"/>
          </p:cNvSpPr>
          <p:nvPr>
            <p:ph sz="quarter" idx="13"/>
          </p:nvPr>
        </p:nvSpPr>
        <p:spPr>
          <a:xfrm>
            <a:off x="860427" y="3280496"/>
            <a:ext cx="10504000" cy="2743200"/>
          </a:xfrm>
        </p:spPr>
        <p:txBody>
          <a:bodyPr bIns="0" lIns="0" rIns="0" tIns="0">
            <a:normAutofit/>
          </a:bodyPr>
          <a:lstStyle>
            <a:lvl1pPr indent="0" marL="0">
              <a:buNone/>
              <a:defRPr sz="1400"/>
            </a:lvl1pPr>
            <a:lvl2pPr indent="0" marL="228600">
              <a:buNone/>
              <a:defRPr sz="1200"/>
            </a:lvl2pPr>
            <a:lvl3pPr indent="0" marL="457200">
              <a:buNone/>
              <a:defRPr sz="1100"/>
            </a:lvl3pPr>
            <a:lvl4pPr indent="0" marL="685800">
              <a:buNone/>
              <a:defRPr sz="1050"/>
            </a:lvl4pPr>
            <a:lvl5pPr indent="0" marL="91440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69" name="Freeform 10"/>
          <p:cNvSpPr/>
          <p:nvPr userDrawn="1"/>
        </p:nvSpPr>
        <p:spPr>
          <a:xfrm rot="5400000">
            <a:off x="-533660" y="1365579"/>
            <a:ext cx="1791219"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70" name="Freeform 10"/>
          <p:cNvSpPr/>
          <p:nvPr userDrawn="1"/>
        </p:nvSpPr>
        <p:spPr>
          <a:xfrm rot="16200000">
            <a:off x="10458450" y="4290146"/>
            <a:ext cx="2743200" cy="7239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8971" name="Date Placeholder 2"/>
          <p:cNvSpPr>
            <a:spLocks noGrp="1"/>
          </p:cNvSpPr>
          <p:nvPr>
            <p:ph type="dt" sz="half" idx="14"/>
          </p:nvPr>
        </p:nvSpPr>
        <p:spPr/>
        <p:txBody>
          <a:bodyPr/>
          <a:p>
            <a:r>
              <a:rPr altLang="zh-CN" lang="en-US"/>
              <a:t>03/13/2025</a:t>
            </a:r>
          </a:p>
        </p:txBody>
      </p:sp>
      <p:sp>
        <p:nvSpPr>
          <p:cNvPr id="1048972" name="Footer Placeholder 6"/>
          <p:cNvSpPr>
            <a:spLocks noGrp="1"/>
          </p:cNvSpPr>
          <p:nvPr>
            <p:ph type="ftr" sz="quarter" idx="15"/>
          </p:nvPr>
        </p:nvSpPr>
        <p:spPr/>
        <p:txBody>
          <a:bodyPr/>
          <a:p>
            <a:r>
              <a:rPr altLang="zh-CN" lang="en-US"/>
              <a:t>Sample Footer Text</a:t>
            </a:r>
          </a:p>
        </p:txBody>
      </p:sp>
      <p:sp>
        <p:nvSpPr>
          <p:cNvPr id="1048973" name="Slide Number Placeholder 8"/>
          <p:cNvSpPr>
            <a:spLocks noGrp="1"/>
          </p:cNvSpPr>
          <p:nvPr>
            <p:ph type="sldNum" sz="half" idx="16"/>
          </p:nvPr>
        </p:nvSpPr>
        <p:spPr/>
        <p:txBody>
          <a:bodyPr/>
          <a:p>
            <a:fld id="{64D095EA-18D5-4754-B677-EAAE710458D2}" type="slidenum">
              <a:rPr altLang="zh-CN" lang="en-US" smtClean="0"/>
              <a:t>‹#›</a:t>
            </a:fld>
            <a:endParaRPr altLang="zh-CN" lang="en-US"/>
          </a:p>
        </p:txBody>
      </p:sp>
    </p:spTree>
  </p:cSld>
  <p:clrMapOvr>
    <a:overrideClrMapping accent1="accent1" accent2="accent2" accent3="accent3" accent4="accent4" accent5="accent5" accent6="accent6" bg1="dk1" bg2="dk2" tx1="lt1" tx2="lt2"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36" name=""/>
        <p:cNvGrpSpPr/>
        <p:nvPr/>
      </p:nvGrpSpPr>
      <p:grpSpPr>
        <a:xfrm>
          <a:off x="0" y="0"/>
          <a:ext cx="0" cy="0"/>
          <a:chOff x="0" y="0"/>
          <a:chExt cx="0" cy="0"/>
        </a:xfrm>
      </p:grpSpPr>
      <p:sp>
        <p:nvSpPr>
          <p:cNvPr id="1049046" name="Title 1"/>
          <p:cNvSpPr>
            <a:spLocks noGrp="1"/>
          </p:cNvSpPr>
          <p:nvPr>
            <p:ph type="title"/>
          </p:nvPr>
        </p:nvSpPr>
        <p:spPr>
          <a:xfrm>
            <a:off x="844000" y="1627318"/>
            <a:ext cx="8430767" cy="1842020"/>
          </a:xfrm>
        </p:spPr>
        <p:txBody>
          <a:bodyPr anchor="b" bIns="0" lIns="0" rIns="0" tIns="0">
            <a:noAutofit/>
          </a:bodyPr>
          <a:lstStyle>
            <a:lvl1pPr>
              <a:defRPr b="0" sz="6000"/>
            </a:lvl1pPr>
          </a:lstStyle>
          <a:p>
            <a:r>
              <a:rPr lang="en-US"/>
              <a:t>Click to edit Master title style</a:t>
            </a:r>
          </a:p>
        </p:txBody>
      </p:sp>
      <p:sp>
        <p:nvSpPr>
          <p:cNvPr id="1049047" name="Content Placeholder 6"/>
          <p:cNvSpPr>
            <a:spLocks noGrp="1"/>
          </p:cNvSpPr>
          <p:nvPr>
            <p:ph sz="quarter" idx="14"/>
          </p:nvPr>
        </p:nvSpPr>
        <p:spPr>
          <a:xfrm>
            <a:off x="844128" y="3622674"/>
            <a:ext cx="8430639" cy="1279615"/>
          </a:xfrm>
        </p:spPr>
        <p:txBody>
          <a:bodyPr bIns="0" lIns="0" rIns="0" tIns="0">
            <a:noAutofit/>
          </a:bodyPr>
          <a:lstStyle>
            <a:lvl1pPr indent="0" marL="0">
              <a:buNone/>
              <a:defRPr sz="1400"/>
            </a:lvl1pPr>
            <a:lvl2pPr indent="0" marL="228600">
              <a:buNone/>
              <a:defRPr sz="1200"/>
            </a:lvl2pPr>
            <a:lvl3pPr indent="0" marL="457200">
              <a:buNone/>
              <a:defRPr sz="1100"/>
            </a:lvl3pPr>
            <a:lvl4pPr indent="0" marL="685800">
              <a:buNone/>
              <a:defRPr sz="1050"/>
            </a:lvl4pPr>
            <a:lvl5pPr indent="0" marL="91440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048" name="Freeform 10"/>
          <p:cNvSpPr/>
          <p:nvPr userDrawn="1"/>
        </p:nvSpPr>
        <p:spPr>
          <a:xfrm rot="16200000">
            <a:off x="9751085" y="2789766"/>
            <a:ext cx="3603364" cy="1278467"/>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49" name="Date Placeholder 2"/>
          <p:cNvSpPr>
            <a:spLocks noGrp="1"/>
          </p:cNvSpPr>
          <p:nvPr>
            <p:ph type="dt" sz="half" idx="15"/>
          </p:nvPr>
        </p:nvSpPr>
        <p:spPr/>
        <p:txBody>
          <a:bodyPr/>
          <a:p>
            <a:r>
              <a:rPr altLang="zh-CN" lang="en-US"/>
              <a:t>03/13/2025</a:t>
            </a:r>
          </a:p>
        </p:txBody>
      </p:sp>
      <p:sp>
        <p:nvSpPr>
          <p:cNvPr id="1049050" name="Footer Placeholder 7"/>
          <p:cNvSpPr>
            <a:spLocks noGrp="1"/>
          </p:cNvSpPr>
          <p:nvPr>
            <p:ph type="ftr" sz="quarter" idx="16"/>
          </p:nvPr>
        </p:nvSpPr>
        <p:spPr/>
        <p:txBody>
          <a:bodyPr/>
          <a:p>
            <a:r>
              <a:rPr altLang="zh-CN" lang="en-US"/>
              <a:t>Sample Footer Text</a:t>
            </a:r>
          </a:p>
        </p:txBody>
      </p:sp>
      <p:sp>
        <p:nvSpPr>
          <p:cNvPr id="1049051" name="Slide Number Placeholder 8"/>
          <p:cNvSpPr>
            <a:spLocks noGrp="1"/>
          </p:cNvSpPr>
          <p:nvPr>
            <p:ph type="sldNum" sz="half" idx="17"/>
          </p:nvPr>
        </p:nvSpPr>
        <p:spPr/>
        <p:txBody>
          <a:bodyPr/>
          <a:p>
            <a:fld id="{64D095EA-18D5-4754-B677-EAAE710458D2}" type="slidenum">
              <a:rPr altLang="zh-CN" lang="en-US" smtClean="0"/>
              <a:t>‹#›</a:t>
            </a:fld>
            <a:endParaRPr altLang="zh-CN" lang="en-US"/>
          </a:p>
        </p:txBody>
      </p:sp>
    </p:spTree>
  </p:cSld>
  <p:clrMapOvr>
    <a:overrideClrMapping accent1="accent1" accent2="accent2" accent3="accent3" accent4="accent4" accent5="accent5" accent6="accent6" bg1="dk1" bg2="dk2" tx1="lt1" tx2="lt2"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Cosing">
    <p:bg>
      <p:bgPr>
        <a:solidFill>
          <a:schemeClr val="bg1"/>
        </a:solidFill>
        <a:effectLst/>
      </p:bgPr>
    </p:bg>
    <p:spTree>
      <p:nvGrpSpPr>
        <p:cNvPr id="137" name=""/>
        <p:cNvGrpSpPr/>
        <p:nvPr/>
      </p:nvGrpSpPr>
      <p:grpSpPr>
        <a:xfrm>
          <a:off x="0" y="0"/>
          <a:ext cx="0" cy="0"/>
          <a:chOff x="0" y="0"/>
          <a:chExt cx="0" cy="0"/>
        </a:xfrm>
      </p:grpSpPr>
      <p:sp>
        <p:nvSpPr>
          <p:cNvPr id="1049052" name="Rectangle 13"/>
          <p:cNvSpPr/>
          <p:nvPr userDrawn="1"/>
        </p:nvSpPr>
        <p:spPr>
          <a:xfrm rot="5400000">
            <a:off x="845820" y="5270500"/>
            <a:ext cx="741680" cy="24333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9053" name="Rectangle 17"/>
          <p:cNvSpPr/>
          <p:nvPr userDrawn="1"/>
        </p:nvSpPr>
        <p:spPr>
          <a:xfrm>
            <a:off x="0" y="1706880"/>
            <a:ext cx="782320" cy="2001520"/>
          </a:xfrm>
          <a:prstGeom prst="rect"/>
          <a:ln>
            <a:no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9054" name="Freeform 10"/>
          <p:cNvSpPr/>
          <p:nvPr userDrawn="1"/>
        </p:nvSpPr>
        <p:spPr>
          <a:xfrm>
            <a:off x="5003800" y="0"/>
            <a:ext cx="7188200" cy="6858000"/>
          </a:xfrm>
          <a:custGeom>
            <a:avLst/>
            <a:ahLst/>
            <a:rect l="l" t="t" r="r" b="b"/>
            <a:pathLst>
              <a:path w="2884235" h="812800">
                <a:moveTo>
                  <a:pt x="0" y="0"/>
                </a:moveTo>
                <a:lnTo>
                  <a:pt x="2884235" y="0"/>
                </a:lnTo>
                <a:lnTo>
                  <a:pt x="2884235" y="812800"/>
                </a:lnTo>
                <a:lnTo>
                  <a:pt x="0" y="812800"/>
                </a:lnTo>
                <a:close/>
              </a:path>
            </a:pathLst>
          </a:custGeom>
          <a:solidFill>
            <a:schemeClr val="accent1"/>
          </a:solidFill>
        </p:spPr>
        <p:txBody>
          <a:bodyPr/>
          <a:p>
            <a:endParaRPr altLang="en-US" lang="zh-CN" u="sng"/>
          </a:p>
        </p:txBody>
      </p:sp>
      <p:sp>
        <p:nvSpPr>
          <p:cNvPr id="1049055" name="Title 27"/>
          <p:cNvSpPr>
            <a:spLocks noGrp="1"/>
          </p:cNvSpPr>
          <p:nvPr>
            <p:ph type="ctrTitle" hasCustomPrompt="1"/>
          </p:nvPr>
        </p:nvSpPr>
        <p:spPr>
          <a:xfrm>
            <a:off x="6331476" y="1153634"/>
            <a:ext cx="5184248" cy="4550732"/>
          </a:xfrm>
          <a:prstGeom prst="rect"/>
        </p:spPr>
        <p:txBody>
          <a:bodyPr anchor="ctr" bIns="0" lIns="0" rIns="0" tIns="0">
            <a:noAutofit/>
          </a:bodyPr>
          <a:lstStyle>
            <a:lvl1pPr algn="ctr">
              <a:lnSpc>
                <a:spcPct val="100000"/>
              </a:lnSpc>
              <a:defRPr baseline="0" b="0" sz="6000">
                <a:solidFill>
                  <a:schemeClr val="tx1"/>
                </a:solidFill>
              </a:defRPr>
            </a:lvl1pPr>
          </a:lstStyle>
          <a:p>
            <a:r>
              <a:rPr altLang="zh-CN" sz="7200" lang="en-US"/>
              <a:t>CLICK TO EDIT MASTER TITLE STYLE</a:t>
            </a:r>
            <a:endParaRPr altLang="en-US" lang="zh-CN"/>
          </a:p>
        </p:txBody>
      </p:sp>
      <p:sp>
        <p:nvSpPr>
          <p:cNvPr id="1049056" name="Picture Placeholder 12"/>
          <p:cNvSpPr>
            <a:spLocks noGrp="1"/>
          </p:cNvSpPr>
          <p:nvPr>
            <p:ph type="pic" sz="quarter" idx="18"/>
          </p:nvPr>
        </p:nvSpPr>
        <p:spPr>
          <a:xfrm>
            <a:off x="0" y="0"/>
            <a:ext cx="6256866" cy="6858000"/>
          </a:xfrm>
          <a:custGeom>
            <a:avLst/>
            <a:gdLst>
              <a:gd name="connsiteX0" fmla="*/ 0 w 6256866"/>
              <a:gd name="connsiteY0" fmla="*/ 0 h 6858000"/>
              <a:gd name="connsiteX1" fmla="*/ 5130265 w 6256866"/>
              <a:gd name="connsiteY1" fmla="*/ 0 h 6858000"/>
              <a:gd name="connsiteX2" fmla="*/ 5130265 w 6256866"/>
              <a:gd name="connsiteY2" fmla="*/ 3276600 h 6858000"/>
              <a:gd name="connsiteX3" fmla="*/ 6256866 w 6256866"/>
              <a:gd name="connsiteY3" fmla="*/ 3276600 h 6858000"/>
              <a:gd name="connsiteX4" fmla="*/ 6256866 w 6256866"/>
              <a:gd name="connsiteY4" fmla="*/ 4139648 h 6858000"/>
              <a:gd name="connsiteX5" fmla="*/ 5130265 w 6256866"/>
              <a:gd name="connsiteY5" fmla="*/ 4139648 h 6858000"/>
              <a:gd name="connsiteX6" fmla="*/ 5130265 w 6256866"/>
              <a:gd name="connsiteY6" fmla="*/ 6858000 h 6858000"/>
              <a:gd name="connsiteX7" fmla="*/ 2433320 w 6256866"/>
              <a:gd name="connsiteY7" fmla="*/ 6858000 h 6858000"/>
              <a:gd name="connsiteX8" fmla="*/ 2433320 w 6256866"/>
              <a:gd name="connsiteY8" fmla="*/ 6116320 h 6858000"/>
              <a:gd name="connsiteX9" fmla="*/ 0 w 6256866"/>
              <a:gd name="connsiteY9" fmla="*/ 6116320 h 6858000"/>
              <a:gd name="connsiteX10" fmla="*/ 0 w 6256866"/>
              <a:gd name="connsiteY10" fmla="*/ 3708400 h 6858000"/>
              <a:gd name="connsiteX11" fmla="*/ 782320 w 6256866"/>
              <a:gd name="connsiteY11" fmla="*/ 3708400 h 6858000"/>
              <a:gd name="connsiteX12" fmla="*/ 782320 w 6256866"/>
              <a:gd name="connsiteY12" fmla="*/ 1706880 h 6858000"/>
              <a:gd name="connsiteX13" fmla="*/ 0 w 6256866"/>
              <a:gd name="connsiteY13" fmla="*/ 17068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56866" h="6858000">
                <a:moveTo>
                  <a:pt x="0" y="0"/>
                </a:moveTo>
                <a:lnTo>
                  <a:pt x="5130265" y="0"/>
                </a:lnTo>
                <a:lnTo>
                  <a:pt x="5130265" y="3276600"/>
                </a:lnTo>
                <a:lnTo>
                  <a:pt x="6256866" y="3276600"/>
                </a:lnTo>
                <a:lnTo>
                  <a:pt x="6256866" y="4139648"/>
                </a:lnTo>
                <a:lnTo>
                  <a:pt x="5130265" y="4139648"/>
                </a:lnTo>
                <a:lnTo>
                  <a:pt x="5130265" y="6858000"/>
                </a:lnTo>
                <a:lnTo>
                  <a:pt x="2433320" y="6858000"/>
                </a:lnTo>
                <a:lnTo>
                  <a:pt x="2433320" y="6116320"/>
                </a:lnTo>
                <a:lnTo>
                  <a:pt x="0" y="6116320"/>
                </a:lnTo>
                <a:lnTo>
                  <a:pt x="0" y="3708400"/>
                </a:lnTo>
                <a:lnTo>
                  <a:pt x="782320" y="3708400"/>
                </a:lnTo>
                <a:lnTo>
                  <a:pt x="782320" y="1706880"/>
                </a:lnTo>
                <a:lnTo>
                  <a:pt x="0" y="1706880"/>
                </a:lnTo>
                <a:close/>
              </a:path>
            </a:pathLst>
          </a:custGeom>
          <a:noFill/>
        </p:spPr>
        <p:txBody>
          <a:bodyPr wrap="square">
            <a:noAutofit/>
          </a:bodyPr>
          <a:p>
            <a:endParaRPr lang="en-US"/>
          </a:p>
        </p:txBody>
      </p:sp>
      <p:sp>
        <p:nvSpPr>
          <p:cNvPr id="1049057" name="Date Placeholder 4"/>
          <p:cNvSpPr>
            <a:spLocks noGrp="1"/>
          </p:cNvSpPr>
          <p:nvPr>
            <p:ph type="dt" sz="half" idx="19"/>
          </p:nvPr>
        </p:nvSpPr>
        <p:spPr/>
        <p:txBody>
          <a:bodyPr/>
          <a:p>
            <a:r>
              <a:rPr altLang="zh-CN" lang="en-US"/>
              <a:t>03/13/2025</a:t>
            </a:r>
          </a:p>
        </p:txBody>
      </p:sp>
      <p:sp>
        <p:nvSpPr>
          <p:cNvPr id="1049058" name="Footer Placeholder 5"/>
          <p:cNvSpPr>
            <a:spLocks noGrp="1"/>
          </p:cNvSpPr>
          <p:nvPr>
            <p:ph type="ftr" sz="quarter" idx="20"/>
          </p:nvPr>
        </p:nvSpPr>
        <p:spPr/>
        <p:txBody>
          <a:bodyPr/>
          <a:p>
            <a:r>
              <a:rPr altLang="zh-CN" lang="en-US"/>
              <a:t>Sample Footer Text</a:t>
            </a:r>
          </a:p>
        </p:txBody>
      </p:sp>
      <p:sp>
        <p:nvSpPr>
          <p:cNvPr id="1049059" name="Slide Number Placeholder 6"/>
          <p:cNvSpPr>
            <a:spLocks noGrp="1"/>
          </p:cNvSpPr>
          <p:nvPr>
            <p:ph type="sldNum" sz="half" idx="21"/>
          </p:nvPr>
        </p:nvSpPr>
        <p:spPr/>
        <p:txBody>
          <a:bodyPr/>
          <a:p>
            <a:fld id="{64D095EA-18D5-4754-B677-EAAE710458D2}" type="slidenum">
              <a:rPr altLang="zh-CN" lang="en-US" smtClean="0"/>
              <a:t>‹#›</a:t>
            </a:fld>
            <a:endParaRPr altLang="zh-CN"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Title Placeholder 1"/>
          <p:cNvSpPr>
            <a:spLocks noGrp="1"/>
          </p:cNvSpPr>
          <p:nvPr>
            <p:ph type="title"/>
          </p:nvPr>
        </p:nvSpPr>
        <p:spPr>
          <a:xfrm>
            <a:off x="660400" y="128587"/>
            <a:ext cx="10858500" cy="900112"/>
          </a:xfrm>
          <a:prstGeom prst="rect"/>
        </p:spPr>
        <p:txBody>
          <a:bodyPr anchor="b" bIns="45720" lIns="91440" rIns="91440" rtlCol="0" tIns="45720" vert="horz">
            <a:normAutofit/>
          </a:bodyPr>
          <a:p>
            <a:r>
              <a:rPr sz="1470" lang="en-US"/>
              <a:t>Click to edit Master title style</a:t>
            </a:r>
          </a:p>
        </p:txBody>
      </p:sp>
      <p:sp>
        <p:nvSpPr>
          <p:cNvPr id="1048577" name="Text Placeholder 2"/>
          <p:cNvSpPr>
            <a:spLocks noGrp="1"/>
          </p:cNvSpPr>
          <p:nvPr>
            <p:ph type="body" idx="1"/>
          </p:nvPr>
        </p:nvSpPr>
        <p:spPr>
          <a:xfrm>
            <a:off x="660400" y="1130300"/>
            <a:ext cx="10858500" cy="5003800"/>
          </a:xfrm>
          <a:prstGeom prst="rect"/>
        </p:spPr>
        <p:txBody>
          <a:bodyPr bIns="45720" lIns="91440" rIns="91440" rtlCol="0" tIns="45720" vert="horz">
            <a:normAutofit/>
          </a:bodyPr>
          <a:p>
            <a:pPr lvl="0"/>
            <a:r>
              <a:rPr sz="1470" lang="en-US"/>
              <a:t>Click to edit Master text styles</a:t>
            </a:r>
            <a:endParaRPr lang="en-US"/>
          </a:p>
          <a:p>
            <a:pPr lvl="1"/>
            <a:r>
              <a:rPr sz="1470" lang="en-US"/>
              <a:t>Second level</a:t>
            </a:r>
          </a:p>
          <a:p>
            <a:pPr lvl="2"/>
            <a:r>
              <a:rPr sz="1470" lang="en-US"/>
              <a:t>Third level</a:t>
            </a:r>
          </a:p>
          <a:p>
            <a:pPr lvl="3"/>
            <a:r>
              <a:rPr sz="1470" lang="en-US"/>
              <a:t>Fourth level</a:t>
            </a:r>
          </a:p>
          <a:p>
            <a:pPr lvl="4"/>
            <a:r>
              <a:rPr sz="1470" lang="en-US"/>
              <a:t>Fifth level</a:t>
            </a:r>
          </a:p>
        </p:txBody>
      </p:sp>
      <p:sp>
        <p:nvSpPr>
          <p:cNvPr id="1048578" name="Date Placeholder 7"/>
          <p:cNvSpPr>
            <a:spLocks noGrp="1"/>
          </p:cNvSpPr>
          <p:nvPr>
            <p:ph type="dt" sz="half" hasCustomPrompt="1"/>
          </p:nvPr>
        </p:nvSpPr>
        <p:spPr>
          <a:xfrm>
            <a:off x="657225" y="6527800"/>
            <a:ext cx="2743200" cy="266700"/>
          </a:xfrm>
        </p:spPr>
        <p:txBody>
          <a:bodyPr bIns="0" lIns="0" rIns="0" tIns="0"/>
          <a:lstStyle>
            <a:lvl1pPr algn="l">
              <a:defRPr sz="1200">
                <a:solidFill>
                  <a:schemeClr val="tx1"/>
                </a:solidFill>
              </a:defRPr>
            </a:lvl1pPr>
          </a:lstStyle>
          <a:p>
            <a:r>
              <a:rPr altLang="zh-CN" lang="en-US"/>
              <a:t>3/5/2025</a:t>
            </a:r>
          </a:p>
        </p:txBody>
      </p:sp>
      <p:sp>
        <p:nvSpPr>
          <p:cNvPr id="1048579" name="Footer Placeholder 8"/>
          <p:cNvSpPr>
            <a:spLocks noGrp="1"/>
          </p:cNvSpPr>
          <p:nvPr>
            <p:ph type="ftr" sz="quarter" hasCustomPrompt="1"/>
          </p:nvPr>
        </p:nvSpPr>
        <p:spPr>
          <a:xfrm>
            <a:off x="4267200" y="6527800"/>
            <a:ext cx="3657600" cy="266700"/>
          </a:xfrm>
        </p:spPr>
        <p:txBody>
          <a:bodyPr bIns="0" lIns="0" rIns="0" tIns="0"/>
          <a:lstStyle>
            <a:lvl1pPr algn="ctr">
              <a:defRPr sz="1200">
                <a:solidFill>
                  <a:schemeClr val="tx1"/>
                </a:solidFill>
              </a:defRPr>
            </a:lvl1pPr>
          </a:lstStyle>
          <a:p>
            <a:r>
              <a:rPr altLang="zh-CN" lang="en-US"/>
              <a:t>Sample Footer Text</a:t>
            </a:r>
          </a:p>
        </p:txBody>
      </p:sp>
      <p:sp>
        <p:nvSpPr>
          <p:cNvPr id="1048580" name="Slide Number Placeholder 6"/>
          <p:cNvSpPr>
            <a:spLocks noGrp="1"/>
          </p:cNvSpPr>
          <p:nvPr>
            <p:ph type="sldNum" sz="half" hasCustomPrompt="1"/>
          </p:nvPr>
        </p:nvSpPr>
        <p:spPr>
          <a:xfrm>
            <a:off x="9378949" y="6527800"/>
            <a:ext cx="2136775" cy="266700"/>
          </a:xfrm>
        </p:spPr>
        <p:txBody>
          <a:bodyPr bIns="0" lIns="0" rIns="0" tIns="0"/>
          <a:lstStyle>
            <a:lvl1pPr algn="r">
              <a:defRPr sz="1200">
                <a:solidFill>
                  <a:schemeClr val="tx1"/>
                </a:solidFill>
              </a:defRPr>
            </a:lvl1pPr>
          </a:lstStyle>
          <a:p>
            <a:fld id="{64D095EA-18D5-4754-B677-EAAE710458D2}" type="slidenum">
              <a:rPr altLang="zh-CN" lang="en-US" smtClean="0"/>
              <a:t>‹#›</a:t>
            </a:fld>
            <a:endParaRPr altLang="zh-CN" lang="en-US"/>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697" r:id="rId48"/>
    <p:sldLayoutId id="2147483698" r:id="rId49"/>
    <p:sldLayoutId id="2147483699" r:id="rId50"/>
    <p:sldLayoutId id="2147483700" r:id="rId51"/>
    <p:sldLayoutId id="2147483701" r:id="rId52"/>
    <p:sldLayoutId id="2147483702" r:id="rId53"/>
    <p:sldLayoutId id="2147483703" r:id="rId54"/>
    <p:sldLayoutId id="2147483704" r:id="rId55"/>
    <p:sldLayoutId id="2147483705" r:id="rId56"/>
    <p:sldLayoutId id="2147483706" r:id="rId57"/>
    <p:sldLayoutId id="2147483707" r:id="rId58"/>
    <p:sldLayoutId id="2147483708" r:id="rId59"/>
    <p:sldLayoutId id="2147483709" r:id="rId60"/>
    <p:sldLayoutId id="2147483710" r:id="rId61"/>
    <p:sldLayoutId id="2147483711" r:id="rId62"/>
    <p:sldLayoutId id="2147483712" r:id="rId63"/>
    <p:sldLayoutId id="2147483713" r:id="rId64"/>
  </p:sldLayoutIdLst>
  <p:hf dt="0" ftr="0" hdr="0" sldNum="0"/>
  <p:txStyles>
    <p:titleStyle>
      <a:lvl1pPr algn="l" defTabSz="914400" eaLnBrk="1" hangingPunct="1" latinLnBrk="0" rtl="0">
        <a:lnSpc>
          <a:spcPct val="100000"/>
        </a:lnSpc>
        <a:spcBef>
          <a:spcPct val="0"/>
        </a:spcBef>
        <a:buNone/>
        <a:defRPr b="1" sz="2800" kern="1200">
          <a:solidFill>
            <a:schemeClr val="tx1"/>
          </a:solidFill>
          <a:latin typeface="+mj-lt"/>
          <a:ea typeface="+mj-ea"/>
          <a:cs typeface="+mj-cs"/>
        </a:defRPr>
      </a:lvl1pPr>
    </p:titleStyle>
    <p:bodyStyle>
      <a:lvl1pPr algn="l" defTabSz="914400" eaLnBrk="1" hangingPunct="1" indent="-228600" latinLnBrk="0" marL="228600" rtl="0">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algn="l" defTabSz="914400" eaLnBrk="1" hangingPunct="1" indent="-228600" latinLnBrk="0" marL="685800" rtl="0">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algn="l" defTabSz="914400" eaLnBrk="1" hangingPunct="1" indent="-228600" latinLnBrk="0" marL="1143000" rtl="0">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algn="l" defTabSz="914400" eaLnBrk="1" hangingPunct="1" indent="-228600" latinLnBrk="0" marL="1600200" rtl="0">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algn="l" defTabSz="914400" eaLnBrk="1" hangingPunct="1" indent="-228600" latinLnBrk="0" marL="2057400" rtl="0">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pic>
        <p:nvPicPr>
          <p:cNvPr id="2097152" name="Picture 5" descr="A logo with a flower  AI-generated content may be incorrect."/>
          <p:cNvPicPr>
            <a:picLocks noChangeAspect="1"/>
          </p:cNvPicPr>
          <p:nvPr/>
        </p:nvPicPr>
        <p:blipFill>
          <a:blip xmlns:r="http://schemas.openxmlformats.org/officeDocument/2006/relationships" r:embed="rId1"/>
          <a:stretch>
            <a:fillRect/>
          </a:stretch>
        </p:blipFill>
        <p:spPr>
          <a:xfrm>
            <a:off x="2570" y="19126"/>
            <a:ext cx="1918002" cy="1449463"/>
          </a:xfrm>
          <a:prstGeom prst="rect"/>
        </p:spPr>
      </p:pic>
      <p:pic>
        <p:nvPicPr>
          <p:cNvPr id="2097153" name="Picture 6" descr="A close-up of a seal  AI-generated content may be incorrect."/>
          <p:cNvPicPr>
            <a:picLocks noChangeAspect="1"/>
          </p:cNvPicPr>
          <p:nvPr/>
        </p:nvPicPr>
        <p:blipFill>
          <a:blip xmlns:r="http://schemas.openxmlformats.org/officeDocument/2006/relationships" r:embed="rId2"/>
          <a:stretch>
            <a:fillRect/>
          </a:stretch>
        </p:blipFill>
        <p:spPr>
          <a:xfrm>
            <a:off x="10379982" y="-4233"/>
            <a:ext cx="1809750" cy="1447800"/>
          </a:xfrm>
          <a:prstGeom prst="rect"/>
        </p:spPr>
      </p:pic>
      <p:sp>
        <p:nvSpPr>
          <p:cNvPr id="1048590" name="TextBox 7"/>
          <p:cNvSpPr txBox="1"/>
          <p:nvPr/>
        </p:nvSpPr>
        <p:spPr>
          <a:xfrm>
            <a:off x="1942494" y="237065"/>
            <a:ext cx="8452151" cy="492443"/>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ctr"/>
            <a:r>
              <a:rPr b="1" sz="2600" lang="en-US">
                <a:solidFill>
                  <a:srgbClr val="002060"/>
                </a:solidFill>
                <a:latin typeface="Times New Roman"/>
                <a:cs typeface="Times New Roman"/>
              </a:rPr>
              <a:t>CMR TECHNICAL CAMPUS </a:t>
            </a:r>
            <a:endParaRPr lang="en-US"/>
          </a:p>
        </p:txBody>
      </p:sp>
      <p:sp>
        <p:nvSpPr>
          <p:cNvPr id="1048591" name="TextBox 13"/>
          <p:cNvSpPr txBox="1"/>
          <p:nvPr/>
        </p:nvSpPr>
        <p:spPr>
          <a:xfrm>
            <a:off x="-4837" y="720876"/>
            <a:ext cx="12201674" cy="2440940"/>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ctr"/>
            <a:r>
              <a:rPr b="1" dirty="0" sz="2200" lang="en-US">
                <a:solidFill>
                  <a:srgbClr val="C00000"/>
                </a:solidFill>
                <a:latin typeface="Times New Roman"/>
                <a:cs typeface="Times New Roman"/>
              </a:rPr>
              <a:t>UGC AUTONOMOUS</a:t>
            </a:r>
            <a:r>
              <a:rPr b="1" dirty="0" sz="2000" lang="en-US">
                <a:solidFill>
                  <a:srgbClr val="C00000"/>
                </a:solidFill>
                <a:latin typeface="Times New Roman"/>
                <a:cs typeface="Times New Roman"/>
              </a:rPr>
              <a:t> </a:t>
            </a:r>
          </a:p>
          <a:p>
            <a:pPr algn="ctr"/>
            <a:r>
              <a:rPr b="1" dirty="0" lang="en-US">
                <a:latin typeface="Times New Roman"/>
                <a:cs typeface="Times New Roman"/>
              </a:rPr>
              <a:t>Accredited by NBA &amp; NAAC with A Grade </a:t>
            </a:r>
          </a:p>
          <a:p>
            <a:pPr algn="ctr"/>
            <a:r>
              <a:rPr b="1" dirty="0" lang="en-US">
                <a:latin typeface="Times New Roman"/>
                <a:cs typeface="Times New Roman"/>
              </a:rPr>
              <a:t>Approved by AICTE, New Delhi and Affiliated to JNTU, Hyderabad</a:t>
            </a:r>
            <a:r>
              <a:rPr b="1" dirty="0" sz="2000" lang="en-US">
                <a:latin typeface="Times New Roman"/>
                <a:cs typeface="Times New Roman"/>
              </a:rPr>
              <a:t> </a:t>
            </a:r>
          </a:p>
          <a:p>
            <a:pPr algn="ctr">
              <a:lnSpc>
                <a:spcPct val="150000"/>
              </a:lnSpc>
            </a:pPr>
            <a:r>
              <a:rPr b="1" dirty="0" sz="2400" lang="en-US">
                <a:solidFill>
                  <a:srgbClr val="1811F2"/>
                </a:solidFill>
                <a:latin typeface="Times New Roman"/>
                <a:cs typeface="Times New Roman"/>
              </a:rPr>
              <a:t>Department of Information Technology</a:t>
            </a:r>
            <a:endParaRPr dirty="0" sz="2400" lang="en-US">
              <a:solidFill>
                <a:srgbClr val="1811F2"/>
              </a:solidFill>
              <a:cs typeface="Arial"/>
            </a:endParaRPr>
          </a:p>
          <a:p>
            <a:pPr algn="ctr"/>
            <a:r>
              <a:rPr b="1" dirty="0" sz="2000" lang="en-US">
                <a:latin typeface="Times New Roman"/>
                <a:cs typeface="Times New Roman"/>
              </a:rPr>
              <a:t> Review-2 </a:t>
            </a:r>
          </a:p>
          <a:p>
            <a:pPr algn="ctr"/>
            <a:r>
              <a:rPr b="1" dirty="0" sz="2200" lang="en-US">
                <a:latin typeface="Times New Roman"/>
                <a:cs typeface="Times New Roman"/>
              </a:rPr>
              <a:t>Major Project </a:t>
            </a:r>
          </a:p>
          <a:p>
            <a:pPr algn="ctr"/>
            <a:r>
              <a:rPr b="1" dirty="0" sz="2000" lang="en-US">
                <a:latin typeface="Times New Roman"/>
                <a:cs typeface="Times New Roman"/>
              </a:rPr>
              <a:t>on </a:t>
            </a:r>
          </a:p>
        </p:txBody>
      </p:sp>
      <p:sp>
        <p:nvSpPr>
          <p:cNvPr id="1048592" name="TextBox 2"/>
          <p:cNvSpPr txBox="1"/>
          <p:nvPr/>
        </p:nvSpPr>
        <p:spPr>
          <a:xfrm>
            <a:off x="1042" y="3232140"/>
            <a:ext cx="12191164" cy="1844041"/>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ctr" rtl="0">
              <a:spcBef>
                <a:spcPts val="0"/>
              </a:spcBef>
              <a:spcAft>
                <a:spcPts val="800"/>
              </a:spcAft>
            </a:pPr>
            <a:r>
              <a:rPr b="1" dirty="0" sz="2400" i="0" lang="en-GB" strike="noStrike" u="none">
                <a:solidFill>
                  <a:srgbClr val="002060"/>
                </a:solidFill>
                <a:effectLst/>
                <a:latin typeface="Times New Roman" panose="02020603050405020304" pitchFamily="18" charset="0"/>
              </a:rPr>
              <a:t>NLP-based Analysis of Cyber Threats and Vulnerabilities of </a:t>
            </a:r>
          </a:p>
          <a:p>
            <a:pPr algn="ctr" rtl="0">
              <a:spcBef>
                <a:spcPts val="0"/>
              </a:spcBef>
              <a:spcAft>
                <a:spcPts val="800"/>
              </a:spcAft>
            </a:pPr>
            <a:r>
              <a:rPr b="1" dirty="0" sz="2400" i="0" lang="en-GB" strike="noStrike" u="none">
                <a:solidFill>
                  <a:srgbClr val="002060"/>
                </a:solidFill>
                <a:effectLst/>
                <a:latin typeface="Times New Roman" panose="02020603050405020304" pitchFamily="18" charset="0"/>
              </a:rPr>
              <a:t>The Healthcare Ecosystem</a:t>
            </a:r>
            <a:endParaRPr b="0" dirty="0" sz="2400" lang="en-GB">
              <a:solidFill>
                <a:srgbClr val="002060"/>
              </a:solidFill>
              <a:effectLst/>
            </a:endParaRPr>
          </a:p>
          <a:p>
            <a:br>
              <a:rPr dirty="0" sz="2800" lang="en-GB"/>
            </a:br>
            <a:endParaRPr b="1" dirty="0" sz="2800" lang="en-US">
              <a:solidFill>
                <a:srgbClr val="002060"/>
              </a:solidFill>
              <a:latin typeface="Times New Roman"/>
              <a:cs typeface="Times New Roman"/>
            </a:endParaRPr>
          </a:p>
        </p:txBody>
      </p:sp>
      <p:sp>
        <p:nvSpPr>
          <p:cNvPr id="1048593" name="TextBox 3"/>
          <p:cNvSpPr txBox="1"/>
          <p:nvPr/>
        </p:nvSpPr>
        <p:spPr>
          <a:xfrm>
            <a:off x="2570" y="4114432"/>
            <a:ext cx="12195752" cy="1015663"/>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ctr"/>
            <a:r>
              <a:rPr dirty="0" sz="2000" lang="en-US">
                <a:latin typeface="Times New Roman"/>
                <a:cs typeface="Arial"/>
              </a:rPr>
              <a:t>Under the Guidance of</a:t>
            </a:r>
            <a:endParaRPr dirty="0" sz="2000" lang="en-US">
              <a:latin typeface="Times New Roman"/>
              <a:cs typeface="Times New Roman"/>
            </a:endParaRPr>
          </a:p>
          <a:p>
            <a:pPr algn="ctr"/>
            <a:r>
              <a:rPr b="1" dirty="0" sz="2000" lang="en-US" err="1">
                <a:latin typeface="Times New Roman"/>
                <a:cs typeface="Arial"/>
              </a:rPr>
              <a:t>G.Divya</a:t>
            </a:r>
            <a:endParaRPr b="1" dirty="0" sz="2000" lang="en-US">
              <a:latin typeface="Times New Roman"/>
              <a:cs typeface="Arial"/>
            </a:endParaRPr>
          </a:p>
          <a:p>
            <a:pPr algn="ctr"/>
            <a:r>
              <a:rPr sz="2000" lang="en-US">
                <a:latin typeface="Times New Roman"/>
                <a:ea typeface="+mn-lt"/>
                <a:cs typeface="+mn-lt"/>
              </a:rPr>
              <a:t>Assistant Professor</a:t>
            </a:r>
            <a:endParaRPr dirty="0" sz="2000" lang="en-US">
              <a:latin typeface="Times New Roman"/>
              <a:cs typeface="Arial"/>
            </a:endParaRPr>
          </a:p>
        </p:txBody>
      </p:sp>
      <p:sp>
        <p:nvSpPr>
          <p:cNvPr id="1048594" name="TextBox 4"/>
          <p:cNvSpPr txBox="1"/>
          <p:nvPr/>
        </p:nvSpPr>
        <p:spPr>
          <a:xfrm>
            <a:off x="7883385" y="4932771"/>
            <a:ext cx="4310282" cy="1513840"/>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r>
              <a:rPr b="1" dirty="0" sz="2400" lang="en-US">
                <a:solidFill>
                  <a:srgbClr val="C00000"/>
                </a:solidFill>
                <a:latin typeface="Times New Roman"/>
                <a:cs typeface="Arial"/>
              </a:rPr>
              <a:t>Presented By:</a:t>
            </a:r>
          </a:p>
          <a:p>
            <a:r>
              <a:rPr dirty="0" sz="2400" lang="en-US" err="1">
                <a:latin typeface="Times New Roman"/>
                <a:cs typeface="Arial"/>
              </a:rPr>
              <a:t>D.Sruthi</a:t>
            </a:r>
            <a:r>
              <a:rPr dirty="0" sz="2400" lang="en-US">
                <a:latin typeface="Times New Roman"/>
                <a:cs typeface="Arial"/>
              </a:rPr>
              <a:t>        (227R1A1281)</a:t>
            </a:r>
          </a:p>
          <a:p>
            <a:r>
              <a:rPr dirty="0" sz="2400" lang="en-US" err="1">
                <a:latin typeface="Times New Roman"/>
                <a:cs typeface="Arial"/>
              </a:rPr>
              <a:t>Md.Samiuddin</a:t>
            </a:r>
            <a:r>
              <a:rPr dirty="0" sz="2400" lang="en-US">
                <a:latin typeface="Times New Roman"/>
                <a:cs typeface="Arial"/>
              </a:rPr>
              <a:t> (237R5A1207)</a:t>
            </a:r>
          </a:p>
          <a:p>
            <a:r>
              <a:rPr dirty="0" sz="2400" lang="en-US" err="1">
                <a:latin typeface="Times New Roman"/>
                <a:cs typeface="Arial"/>
              </a:rPr>
              <a:t>P.Nitheesh</a:t>
            </a:r>
            <a:r>
              <a:rPr dirty="0" sz="2400" lang="en-US">
                <a:latin typeface="Times New Roman"/>
                <a:cs typeface="Arial"/>
              </a:rPr>
              <a:t>        (227R1A12C1)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16" name="Text Placeholder 12"/>
          <p:cNvSpPr>
            <a:spLocks noGrp="1"/>
          </p:cNvSpPr>
          <p:nvPr>
            <p:ph type="body" sz="quarter" idx="32"/>
          </p:nvPr>
        </p:nvSpPr>
        <p:spPr/>
        <p:txBody>
          <a:bodyPr/>
          <a:p>
            <a:r>
              <a:rPr sz="2400" lang="en-US">
                <a:latin typeface="Times New Roman"/>
                <a:ea typeface="+mn-lt"/>
                <a:cs typeface="+mn-lt"/>
              </a:rPr>
              <a:t>Conclusion</a:t>
            </a:r>
            <a:endParaRPr sz="2400" lang="en-US">
              <a:latin typeface="Times New Roman"/>
              <a:cs typeface="Times New Roman"/>
            </a:endParaRPr>
          </a:p>
        </p:txBody>
      </p:sp>
      <p:sp>
        <p:nvSpPr>
          <p:cNvPr id="1048617" name="Text Placeholder 14"/>
          <p:cNvSpPr>
            <a:spLocks noGrp="1"/>
          </p:cNvSpPr>
          <p:nvPr>
            <p:ph type="body" sz="quarter" idx="28"/>
          </p:nvPr>
        </p:nvSpPr>
        <p:spPr>
          <a:xfrm>
            <a:off x="6913666" y="2983468"/>
            <a:ext cx="5171470" cy="372506"/>
          </a:xfrm>
        </p:spPr>
        <p:txBody>
          <a:bodyPr/>
          <a:p>
            <a:r>
              <a:rPr dirty="0" sz="2400" lang="en-US">
                <a:latin typeface="Times New Roman"/>
                <a:ea typeface="+mn-lt"/>
                <a:cs typeface="+mn-lt"/>
              </a:rPr>
              <a:t>Modules</a:t>
            </a:r>
            <a:endParaRPr dirty="0" sz="2400" lang="en-US">
              <a:latin typeface="Times New Roman"/>
              <a:cs typeface="Times New Roman"/>
            </a:endParaRPr>
          </a:p>
        </p:txBody>
      </p:sp>
      <p:sp>
        <p:nvSpPr>
          <p:cNvPr id="1048618" name="Text Placeholder 16"/>
          <p:cNvSpPr>
            <a:spLocks noGrp="1"/>
          </p:cNvSpPr>
          <p:nvPr>
            <p:ph type="body" sz="quarter" idx="31"/>
          </p:nvPr>
        </p:nvSpPr>
        <p:spPr>
          <a:xfrm>
            <a:off x="1281113" y="5353391"/>
            <a:ext cx="4143375" cy="541840"/>
          </a:xfrm>
        </p:spPr>
        <p:txBody>
          <a:bodyPr/>
          <a:p>
            <a:r>
              <a:rPr dirty="0" sz="2400" lang="en-US">
                <a:latin typeface="Times New Roman"/>
                <a:ea typeface="+mn-lt"/>
                <a:cs typeface="+mn-lt"/>
              </a:rPr>
              <a:t>System Architecture</a:t>
            </a:r>
            <a:endParaRPr dirty="0" sz="2400" lang="en-US">
              <a:latin typeface="Times New Roman"/>
              <a:cs typeface="Times New Roman"/>
            </a:endParaRPr>
          </a:p>
        </p:txBody>
      </p:sp>
      <p:sp>
        <p:nvSpPr>
          <p:cNvPr id="1048619" name="Text Placeholder 18"/>
          <p:cNvSpPr>
            <a:spLocks noGrp="1"/>
          </p:cNvSpPr>
          <p:nvPr>
            <p:ph type="body" sz="quarter" idx="30"/>
          </p:nvPr>
        </p:nvSpPr>
        <p:spPr/>
        <p:txBody>
          <a:bodyPr/>
          <a:p>
            <a:r>
              <a:rPr dirty="0" sz="2400" lang="en-US">
                <a:latin typeface="Times New Roman"/>
                <a:ea typeface="+mn-lt"/>
                <a:cs typeface="+mn-lt"/>
              </a:rPr>
              <a:t>A</a:t>
            </a:r>
            <a:r>
              <a:rPr dirty="0" sz="2400" lang="en-US">
                <a:latin typeface="Times New Roman"/>
                <a:ea typeface="+mn-lt"/>
                <a:cs typeface="+mn-lt"/>
              </a:rPr>
              <a:t>d</a:t>
            </a:r>
            <a:r>
              <a:rPr dirty="0" sz="2400" lang="en-US">
                <a:latin typeface="Times New Roman"/>
                <a:ea typeface="+mn-lt"/>
                <a:cs typeface="+mn-lt"/>
              </a:rPr>
              <a:t>v</a:t>
            </a:r>
            <a:r>
              <a:rPr dirty="0" sz="2400" lang="en-US">
                <a:latin typeface="Times New Roman"/>
                <a:ea typeface="+mn-lt"/>
                <a:cs typeface="+mn-lt"/>
              </a:rPr>
              <a:t>a</a:t>
            </a:r>
            <a:r>
              <a:rPr dirty="0" sz="2400" lang="en-US">
                <a:latin typeface="Times New Roman"/>
                <a:ea typeface="+mn-lt"/>
                <a:cs typeface="+mn-lt"/>
              </a:rPr>
              <a:t>n</a:t>
            </a:r>
            <a:r>
              <a:rPr dirty="0" sz="2400" lang="en-US">
                <a:latin typeface="Times New Roman"/>
                <a:ea typeface="+mn-lt"/>
                <a:cs typeface="+mn-lt"/>
              </a:rPr>
              <a:t>t</a:t>
            </a:r>
            <a:r>
              <a:rPr dirty="0" sz="2400" lang="en-US">
                <a:latin typeface="Times New Roman"/>
                <a:ea typeface="+mn-lt"/>
                <a:cs typeface="+mn-lt"/>
              </a:rPr>
              <a:t>a</a:t>
            </a:r>
            <a:r>
              <a:rPr dirty="0" sz="2400" lang="en-US">
                <a:latin typeface="Times New Roman"/>
                <a:ea typeface="+mn-lt"/>
                <a:cs typeface="+mn-lt"/>
              </a:rPr>
              <a:t>g</a:t>
            </a:r>
            <a:r>
              <a:rPr dirty="0" sz="2400" lang="en-US">
                <a:latin typeface="Times New Roman"/>
                <a:ea typeface="+mn-lt"/>
                <a:cs typeface="+mn-lt"/>
              </a:rPr>
              <a:t>e</a:t>
            </a:r>
            <a:r>
              <a:rPr dirty="0" sz="2400" lang="en-US">
                <a:latin typeface="Times New Roman"/>
                <a:ea typeface="+mn-lt"/>
                <a:cs typeface="+mn-lt"/>
              </a:rPr>
              <a:t>s</a:t>
            </a:r>
            <a:r>
              <a:rPr dirty="0" sz="2400" lang="en-US">
                <a:latin typeface="Times New Roman"/>
                <a:ea typeface="+mn-lt"/>
                <a:cs typeface="+mn-lt"/>
              </a:rPr>
              <a:t> </a:t>
            </a:r>
            <a:endParaRPr dirty="0" sz="2400" lang="en-US">
              <a:latin typeface="Times New Roman"/>
              <a:cs typeface="Times New Roman"/>
            </a:endParaRPr>
          </a:p>
        </p:txBody>
      </p:sp>
      <p:sp>
        <p:nvSpPr>
          <p:cNvPr id="1048620" name="Text Placeholder 20"/>
          <p:cNvSpPr>
            <a:spLocks noGrp="1"/>
          </p:cNvSpPr>
          <p:nvPr>
            <p:ph type="body" sz="quarter" idx="29"/>
          </p:nvPr>
        </p:nvSpPr>
        <p:spPr>
          <a:xfrm>
            <a:off x="1281113" y="3833187"/>
            <a:ext cx="4143375" cy="348316"/>
          </a:xfrm>
        </p:spPr>
        <p:txBody>
          <a:bodyPr/>
          <a:p>
            <a:r>
              <a:rPr sz="2400" lang="en-US">
                <a:latin typeface="Times New Roman"/>
                <a:ea typeface="+mn-lt"/>
                <a:cs typeface="+mn-lt"/>
              </a:rPr>
              <a:t>P</a:t>
            </a:r>
            <a:r>
              <a:rPr sz="2400" lang="en-US">
                <a:latin typeface="Times New Roman"/>
                <a:ea typeface="+mn-lt"/>
                <a:cs typeface="+mn-lt"/>
              </a:rPr>
              <a:t>r</a:t>
            </a:r>
            <a:r>
              <a:rPr sz="2400" lang="en-US">
                <a:latin typeface="Times New Roman"/>
                <a:ea typeface="+mn-lt"/>
                <a:cs typeface="+mn-lt"/>
              </a:rPr>
              <a:t>o</a:t>
            </a:r>
            <a:r>
              <a:rPr sz="2400" lang="en-US">
                <a:latin typeface="Times New Roman"/>
                <a:ea typeface="+mn-lt"/>
                <a:cs typeface="+mn-lt"/>
              </a:rPr>
              <a:t>p</a:t>
            </a:r>
            <a:r>
              <a:rPr sz="2400" lang="en-US">
                <a:latin typeface="Times New Roman"/>
                <a:ea typeface="+mn-lt"/>
                <a:cs typeface="+mn-lt"/>
              </a:rPr>
              <a:t>o</a:t>
            </a:r>
            <a:r>
              <a:rPr sz="2400" lang="en-US">
                <a:latin typeface="Times New Roman"/>
                <a:ea typeface="+mn-lt"/>
                <a:cs typeface="+mn-lt"/>
              </a:rPr>
              <a:t>s</a:t>
            </a:r>
            <a:r>
              <a:rPr sz="2400" lang="en-US">
                <a:latin typeface="Times New Roman"/>
                <a:ea typeface="+mn-lt"/>
                <a:cs typeface="+mn-lt"/>
              </a:rPr>
              <a:t>e</a:t>
            </a:r>
            <a:r>
              <a:rPr sz="2400" lang="en-US">
                <a:latin typeface="Times New Roman"/>
                <a:ea typeface="+mn-lt"/>
                <a:cs typeface="+mn-lt"/>
              </a:rPr>
              <a:t>d</a:t>
            </a:r>
            <a:r>
              <a:rPr sz="2400" lang="en-US">
                <a:latin typeface="Times New Roman"/>
                <a:ea typeface="+mn-lt"/>
                <a:cs typeface="+mn-lt"/>
              </a:rPr>
              <a:t> </a:t>
            </a:r>
            <a:r>
              <a:rPr sz="2400" lang="en-US">
                <a:latin typeface="Times New Roman"/>
                <a:ea typeface="+mn-lt"/>
                <a:cs typeface="+mn-lt"/>
              </a:rPr>
              <a:t>S</a:t>
            </a:r>
            <a:r>
              <a:rPr sz="2400" lang="en-US">
                <a:latin typeface="Times New Roman"/>
                <a:ea typeface="+mn-lt"/>
                <a:cs typeface="+mn-lt"/>
              </a:rPr>
              <a:t>y</a:t>
            </a:r>
            <a:r>
              <a:rPr sz="2400" lang="en-US">
                <a:latin typeface="Times New Roman"/>
                <a:ea typeface="+mn-lt"/>
                <a:cs typeface="+mn-lt"/>
              </a:rPr>
              <a:t>s</a:t>
            </a:r>
            <a:r>
              <a:rPr sz="2400" lang="en-US">
                <a:latin typeface="Times New Roman"/>
                <a:ea typeface="+mn-lt"/>
                <a:cs typeface="+mn-lt"/>
              </a:rPr>
              <a:t>t</a:t>
            </a:r>
            <a:r>
              <a:rPr sz="2400" lang="en-US">
                <a:latin typeface="Times New Roman"/>
                <a:ea typeface="+mn-lt"/>
                <a:cs typeface="+mn-lt"/>
              </a:rPr>
              <a:t>e</a:t>
            </a:r>
            <a:r>
              <a:rPr sz="2400" lang="en-US">
                <a:latin typeface="Times New Roman"/>
                <a:ea typeface="+mn-lt"/>
                <a:cs typeface="+mn-lt"/>
              </a:rPr>
              <a:t>m</a:t>
            </a:r>
            <a:endParaRPr sz="2400" lang="en-US">
              <a:latin typeface="Times New Roman"/>
              <a:cs typeface="Times New Roman"/>
            </a:endParaRPr>
          </a:p>
        </p:txBody>
      </p:sp>
      <p:sp>
        <p:nvSpPr>
          <p:cNvPr id="1048621" name="Text Placeholder 22"/>
          <p:cNvSpPr>
            <a:spLocks noGrp="1"/>
          </p:cNvSpPr>
          <p:nvPr>
            <p:ph type="body" sz="quarter" idx="27"/>
          </p:nvPr>
        </p:nvSpPr>
        <p:spPr>
          <a:xfrm>
            <a:off x="1281113" y="2995563"/>
            <a:ext cx="4143375" cy="360411"/>
          </a:xfrm>
        </p:spPr>
        <p:txBody>
          <a:bodyPr/>
          <a:p>
            <a:r>
              <a:rPr sz="2400" lang="en-US">
                <a:latin typeface="Times New Roman"/>
                <a:ea typeface="+mn-lt"/>
                <a:cs typeface="+mn-lt"/>
              </a:rPr>
              <a:t>I</a:t>
            </a:r>
            <a:r>
              <a:rPr sz="2400" lang="en-US">
                <a:latin typeface="Times New Roman"/>
                <a:ea typeface="+mn-lt"/>
                <a:cs typeface="+mn-lt"/>
              </a:rPr>
              <a:t>n</a:t>
            </a:r>
            <a:r>
              <a:rPr sz="2400" lang="en-US">
                <a:latin typeface="Times New Roman"/>
                <a:ea typeface="+mn-lt"/>
                <a:cs typeface="+mn-lt"/>
              </a:rPr>
              <a:t>t</a:t>
            </a:r>
            <a:r>
              <a:rPr sz="2400" lang="en-US">
                <a:latin typeface="Times New Roman"/>
                <a:ea typeface="+mn-lt"/>
                <a:cs typeface="+mn-lt"/>
              </a:rPr>
              <a:t>r</a:t>
            </a:r>
            <a:r>
              <a:rPr sz="2400" lang="en-US">
                <a:latin typeface="Times New Roman"/>
                <a:ea typeface="+mn-lt"/>
                <a:cs typeface="+mn-lt"/>
              </a:rPr>
              <a:t>o</a:t>
            </a:r>
            <a:r>
              <a:rPr sz="2400" lang="en-US">
                <a:latin typeface="Times New Roman"/>
                <a:ea typeface="+mn-lt"/>
                <a:cs typeface="+mn-lt"/>
              </a:rPr>
              <a:t>d</a:t>
            </a:r>
            <a:r>
              <a:rPr sz="2400" lang="en-US">
                <a:latin typeface="Times New Roman"/>
                <a:ea typeface="+mn-lt"/>
                <a:cs typeface="+mn-lt"/>
              </a:rPr>
              <a:t>u</a:t>
            </a:r>
            <a:r>
              <a:rPr sz="2400" lang="en-US">
                <a:latin typeface="Times New Roman"/>
                <a:ea typeface="+mn-lt"/>
                <a:cs typeface="+mn-lt"/>
              </a:rPr>
              <a:t>c</a:t>
            </a:r>
            <a:r>
              <a:rPr sz="2400" lang="en-US">
                <a:latin typeface="Times New Roman"/>
                <a:ea typeface="+mn-lt"/>
                <a:cs typeface="+mn-lt"/>
              </a:rPr>
              <a:t>t</a:t>
            </a:r>
            <a:r>
              <a:rPr sz="2400" lang="en-US">
                <a:latin typeface="Times New Roman"/>
                <a:ea typeface="+mn-lt"/>
                <a:cs typeface="+mn-lt"/>
              </a:rPr>
              <a:t>i</a:t>
            </a:r>
            <a:r>
              <a:rPr sz="2400" lang="en-US">
                <a:latin typeface="Times New Roman"/>
                <a:ea typeface="+mn-lt"/>
                <a:cs typeface="+mn-lt"/>
              </a:rPr>
              <a:t>o</a:t>
            </a:r>
            <a:r>
              <a:rPr sz="2400" lang="en-US">
                <a:latin typeface="Times New Roman"/>
                <a:ea typeface="+mn-lt"/>
                <a:cs typeface="+mn-lt"/>
              </a:rPr>
              <a:t>n</a:t>
            </a:r>
            <a:endParaRPr sz="2400" lang="en-US">
              <a:latin typeface="Times New Roman"/>
              <a:cs typeface="Times New Roman"/>
            </a:endParaRPr>
          </a:p>
        </p:txBody>
      </p:sp>
      <p:sp>
        <p:nvSpPr>
          <p:cNvPr id="1048622" name="Isosceles Triangle 23"/>
          <p:cNvSpPr/>
          <p:nvPr/>
        </p:nvSpPr>
        <p:spPr>
          <a:xfrm rot="5400000">
            <a:off x="6414438" y="4607661"/>
            <a:ext cx="528226" cy="456281"/>
          </a:xfrm>
          <a:prstGeom prst="triangle"/>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US"/>
          </a:p>
        </p:txBody>
      </p:sp>
      <p:sp>
        <p:nvSpPr>
          <p:cNvPr id="1048623" name="TextBox 24"/>
          <p:cNvSpPr txBox="1"/>
          <p:nvPr/>
        </p:nvSpPr>
        <p:spPr>
          <a:xfrm>
            <a:off x="1459" y="1442462"/>
            <a:ext cx="12185117" cy="523220"/>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ctr"/>
            <a:r>
              <a:rPr b="1" sz="2800" lang="en-US">
                <a:latin typeface="Times New Roman"/>
                <a:cs typeface="Arial"/>
              </a:rPr>
              <a:t>AGENDA</a:t>
            </a:r>
            <a:endParaRPr b="1" sz="2800" lang="en-US">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43" name="Title 7"/>
          <p:cNvSpPr>
            <a:spLocks noGrp="1"/>
          </p:cNvSpPr>
          <p:nvPr>
            <p:ph type="title"/>
          </p:nvPr>
        </p:nvSpPr>
        <p:spPr>
          <a:xfrm>
            <a:off x="3173" y="414131"/>
            <a:ext cx="12192749" cy="732663"/>
          </a:xfrm>
        </p:spPr>
        <p:txBody>
          <a:bodyPr/>
          <a:p>
            <a:pPr algn="ctr"/>
            <a:r>
              <a:rPr b="1" lang="en-US">
                <a:latin typeface="Times New Roman"/>
                <a:ea typeface="+mj-lt"/>
                <a:cs typeface="+mj-lt"/>
              </a:rPr>
              <a:t>INTRODUCTION</a:t>
            </a:r>
            <a:endParaRPr b="1" lang="en-US">
              <a:latin typeface="Times New Roman"/>
              <a:cs typeface="Times New Roman"/>
            </a:endParaRPr>
          </a:p>
        </p:txBody>
      </p:sp>
      <p:sp>
        <p:nvSpPr>
          <p:cNvPr id="1048644" name="Content Placeholder 3"/>
          <p:cNvSpPr>
            <a:spLocks noGrp="1"/>
          </p:cNvSpPr>
          <p:nvPr>
            <p:ph sz="quarter" idx="18"/>
          </p:nvPr>
        </p:nvSpPr>
        <p:spPr>
          <a:xfrm>
            <a:off x="841766" y="1800207"/>
            <a:ext cx="10508467" cy="5057793"/>
          </a:xfrm>
        </p:spPr>
        <p:txBody>
          <a:bodyPr bIns="0" lIns="0" rIns="0" tIns="0">
            <a:normAutofit/>
          </a:bodyPr>
          <a:p>
            <a:pPr algn="just"/>
            <a:r>
              <a:rPr b="0" dirty="0" sz="2000" i="0" lang="en-GB" strike="noStrike" u="none">
                <a:solidFill>
                  <a:srgbClr val="000000"/>
                </a:solidFill>
                <a:effectLst/>
                <a:latin typeface="Times New Roman" panose="02020603050405020304" pitchFamily="18" charset="0"/>
              </a:rPr>
              <a:t>Cybersecurity has become one of the most pressing challenges in the healthcare ecosystem, with real-world statistics showing an alarming surge in incidents.</a:t>
            </a:r>
          </a:p>
          <a:p>
            <a:pPr algn="just"/>
            <a:r>
              <a:rPr dirty="0" sz="2000" lang="en-US">
                <a:latin typeface="Times New Roman"/>
                <a:ea typeface="+mn-lt"/>
                <a:cs typeface="+mn-lt"/>
              </a:rPr>
              <a:t>• Data is a key asset in this unified information society, and its usage should be under the owner's control.</a:t>
            </a:r>
            <a:endParaRPr dirty="0" sz="2000" lang="en-US">
              <a:latin typeface="Times New Roman"/>
              <a:cs typeface="Times New Roman"/>
            </a:endParaRPr>
          </a:p>
          <a:p>
            <a:pPr algn="just"/>
            <a:r>
              <a:rPr dirty="0" sz="2000" lang="en-US">
                <a:latin typeface="Times New Roman"/>
                <a:ea typeface="+mn-lt"/>
                <a:cs typeface="+mn-lt"/>
              </a:rPr>
              <a:t>• </a:t>
            </a:r>
            <a:r>
              <a:rPr b="0" dirty="0" sz="2000" i="0" lang="en-GB" strike="noStrike" u="none">
                <a:solidFill>
                  <a:srgbClr val="000000"/>
                </a:solidFill>
                <a:effectLst/>
                <a:latin typeface="Times New Roman" panose="02020603050405020304" pitchFamily="18" charset="0"/>
              </a:rPr>
              <a:t>In 2023 alone, over 133 million individuals were impacted by healthcare data breaches in United States, nearly doubling the previous year’s figures</a:t>
            </a:r>
            <a:r>
              <a:rPr dirty="0" sz="2000" lang="en-US">
                <a:latin typeface="Times New Roman"/>
                <a:ea typeface="+mn-lt"/>
                <a:cs typeface="+mn-lt"/>
              </a:rPr>
              <a:t>.</a:t>
            </a:r>
            <a:endParaRPr dirty="0" sz="2000" lang="en-US">
              <a:latin typeface="Times New Roman"/>
              <a:cs typeface="Times New Roman"/>
            </a:endParaRPr>
          </a:p>
          <a:p>
            <a:pPr algn="just"/>
            <a:r>
              <a:rPr dirty="0" sz="2000" lang="en-US">
                <a:latin typeface="Times New Roman"/>
                <a:ea typeface="+mn-lt"/>
                <a:cs typeface="+mn-lt"/>
              </a:rPr>
              <a:t>• </a:t>
            </a:r>
            <a:r>
              <a:rPr b="0" dirty="0" sz="2000" i="0" lang="en-GB" strike="noStrike" u="none">
                <a:solidFill>
                  <a:srgbClr val="000000"/>
                </a:solidFill>
                <a:effectLst/>
                <a:latin typeface="Times New Roman" panose="02020603050405020304" pitchFamily="18" charset="0"/>
              </a:rPr>
              <a:t>These incidents not only compromise sensitive patient data but also directly affect patient safety, as delays or system outages can hinder treatment, The rise in Internet-of-Medical-Things (</a:t>
            </a:r>
            <a:r>
              <a:rPr b="0" dirty="0" sz="2000" i="0" lang="en-GB" err="1" strike="noStrike" u="none">
                <a:solidFill>
                  <a:srgbClr val="000000"/>
                </a:solidFill>
                <a:effectLst/>
                <a:latin typeface="Times New Roman" panose="02020603050405020304" pitchFamily="18" charset="0"/>
              </a:rPr>
              <a:t>IoMT</a:t>
            </a:r>
            <a:r>
              <a:rPr b="0" dirty="0" sz="2000" i="0" lang="en-GB" strike="noStrike" u="none">
                <a:solidFill>
                  <a:srgbClr val="000000"/>
                </a:solidFill>
                <a:effectLst/>
                <a:latin typeface="Times New Roman" panose="02020603050405020304" pitchFamily="18" charset="0"/>
              </a:rPr>
              <a:t>) devices, telemedicine platforms, and electronic health records has further expanded the attack surface,</a:t>
            </a:r>
            <a:r>
              <a:rPr b="0" dirty="0" sz="1800" i="0" lang="en-GB" strike="noStrike" u="none">
                <a:solidFill>
                  <a:srgbClr val="000000"/>
                </a:solidFill>
                <a:effectLst/>
                <a:latin typeface="Times New Roman" panose="02020603050405020304" pitchFamily="18" charset="0"/>
              </a:rPr>
              <a:t> </a:t>
            </a:r>
            <a:endParaRPr dirty="0" sz="2000" lang="en-US">
              <a:latin typeface="Times New Roman"/>
              <a:cs typeface="Times New Roman"/>
            </a:endParaRPr>
          </a:p>
          <a:p>
            <a:pPr algn="just" rtl="0">
              <a:spcBef>
                <a:spcPts val="0"/>
              </a:spcBef>
              <a:spcAft>
                <a:spcPts val="800"/>
              </a:spcAft>
            </a:pPr>
            <a:r>
              <a:rPr dirty="0" sz="2000" lang="en-US">
                <a:latin typeface="Times New Roman"/>
                <a:ea typeface="+mn-lt"/>
                <a:cs typeface="+mn-lt"/>
              </a:rPr>
              <a:t>• </a:t>
            </a:r>
            <a:r>
              <a:rPr b="0" dirty="0" sz="2000" i="0" lang="en-GB" strike="noStrike" u="none">
                <a:solidFill>
                  <a:srgbClr val="000000"/>
                </a:solidFill>
                <a:effectLst/>
                <a:latin typeface="Times New Roman" panose="02020603050405020304" pitchFamily="18" charset="0"/>
              </a:rPr>
              <a:t>Given this landscape, the healthcare sector urgently requires intelligent, automated, and proactive mechanisms to </a:t>
            </a:r>
            <a:r>
              <a:rPr b="0" dirty="0" sz="2000" i="0" lang="en-GB" err="1" strike="noStrike" u="none">
                <a:solidFill>
                  <a:srgbClr val="000000"/>
                </a:solidFill>
                <a:effectLst/>
                <a:latin typeface="Times New Roman" panose="02020603050405020304" pitchFamily="18" charset="0"/>
              </a:rPr>
              <a:t>analyze</a:t>
            </a:r>
            <a:r>
              <a:rPr b="0" dirty="0" sz="2000" i="0" lang="en-GB" strike="noStrike" u="none">
                <a:solidFill>
                  <a:srgbClr val="000000"/>
                </a:solidFill>
                <a:effectLst/>
                <a:latin typeface="Times New Roman" panose="02020603050405020304" pitchFamily="18" charset="0"/>
              </a:rPr>
              <a:t> threats and strengthen its resilience.</a:t>
            </a:r>
            <a:endParaRPr b="0" dirty="0" sz="2000" lang="en-GB">
              <a:effectLst/>
            </a:endParaRPr>
          </a:p>
          <a:p>
            <a:br>
              <a:rPr dirty="0" sz="2800" lang="en-GB"/>
            </a:br>
            <a:r>
              <a:rPr dirty="0" sz="2000" lang="en-US">
                <a:latin typeface="Times New Roman"/>
                <a:ea typeface="+mn-lt"/>
                <a:cs typeface="+mn-l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61" name="TextBox 31"/>
          <p:cNvSpPr txBox="1"/>
          <p:nvPr/>
        </p:nvSpPr>
        <p:spPr>
          <a:xfrm>
            <a:off x="746991" y="664779"/>
            <a:ext cx="11450264" cy="646331"/>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r>
              <a:rPr b="1" dirty="0" sz="3600" lang="en-US">
                <a:latin typeface="Times New Roman"/>
                <a:cs typeface="Times New Roman"/>
              </a:rPr>
              <a:t>PROPOSED SYSTEM </a:t>
            </a:r>
          </a:p>
        </p:txBody>
      </p:sp>
      <p:sp>
        <p:nvSpPr>
          <p:cNvPr id="1048662" name="TextBox 1"/>
          <p:cNvSpPr txBox="1"/>
          <p:nvPr/>
        </p:nvSpPr>
        <p:spPr>
          <a:xfrm>
            <a:off x="746991" y="2006600"/>
            <a:ext cx="10617199" cy="5120640"/>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just">
              <a:lnSpc>
                <a:spcPct val="150000"/>
              </a:lnSpc>
            </a:pPr>
            <a:r>
              <a:rPr dirty="0" sz="2000" lang="en-US">
                <a:latin typeface="Times New Roman"/>
                <a:ea typeface="+mn-lt"/>
                <a:cs typeface="+mn-lt"/>
              </a:rPr>
              <a:t>•</a:t>
            </a:r>
            <a:r>
              <a:rPr b="0" dirty="0" sz="1800" i="0" lang="en-GB" strike="noStrike" u="none">
                <a:solidFill>
                  <a:srgbClr val="000000"/>
                </a:solidFill>
                <a:effectLst/>
                <a:latin typeface="Times New Roman" panose="02020603050405020304" pitchFamily="18" charset="0"/>
              </a:rPr>
              <a:t> </a:t>
            </a:r>
            <a:r>
              <a:rPr b="1" dirty="0" sz="2000" i="0" lang="en-GB" strike="noStrike" u="none">
                <a:solidFill>
                  <a:srgbClr val="000000"/>
                </a:solidFill>
                <a:effectLst/>
                <a:latin typeface="Times New Roman" panose="02020603050405020304" pitchFamily="18" charset="0"/>
              </a:rPr>
              <a:t>Machine Learning: </a:t>
            </a:r>
            <a:r>
              <a:rPr b="0" dirty="0" sz="2000" i="0" lang="en-GB" strike="noStrike" u="none">
                <a:solidFill>
                  <a:srgbClr val="000000"/>
                </a:solidFill>
                <a:effectLst/>
                <a:latin typeface="Times New Roman" panose="02020603050405020304" pitchFamily="18" charset="0"/>
              </a:rPr>
              <a:t>The proposed system integrates NLP with machine learning models and algorithms (DEBERT) to automate the analysis of cyber threats in healthcare.</a:t>
            </a:r>
            <a:r>
              <a:rPr dirty="0" sz="2000" lang="en-US">
                <a:latin typeface="Times New Roman"/>
                <a:ea typeface="+mn-lt"/>
                <a:cs typeface="+mn-lt"/>
              </a:rPr>
              <a:t>.</a:t>
            </a:r>
            <a:endParaRPr dirty="0" sz="2000" lang="en-US">
              <a:latin typeface="Times New Roman"/>
              <a:cs typeface="Times New Roman"/>
            </a:endParaRPr>
          </a:p>
          <a:p>
            <a:pPr algn="just">
              <a:lnSpc>
                <a:spcPct val="150000"/>
              </a:lnSpc>
            </a:pPr>
            <a:endParaRPr dirty="0" sz="2000" lang="en-US">
              <a:latin typeface="Times New Roman"/>
              <a:ea typeface="+mn-lt"/>
              <a:cs typeface="+mn-lt"/>
            </a:endParaRPr>
          </a:p>
          <a:p>
            <a:pPr algn="just">
              <a:lnSpc>
                <a:spcPct val="150000"/>
              </a:lnSpc>
            </a:pPr>
            <a:r>
              <a:rPr dirty="0" sz="2000" lang="en-US">
                <a:latin typeface="Times New Roman"/>
                <a:ea typeface="+mn-lt"/>
                <a:cs typeface="+mn-lt"/>
              </a:rPr>
              <a:t>• </a:t>
            </a:r>
            <a:r>
              <a:rPr b="1" dirty="0" sz="2000" lang="en-US">
                <a:latin typeface="Times New Roman"/>
                <a:ea typeface="+mn-lt"/>
                <a:cs typeface="+mn-lt"/>
              </a:rPr>
              <a:t>AI:</a:t>
            </a:r>
            <a:r>
              <a:rPr dirty="0" sz="2000" lang="en-US">
                <a:latin typeface="Times New Roman"/>
                <a:ea typeface="+mn-lt"/>
                <a:cs typeface="+mn-lt"/>
              </a:rPr>
              <a:t> A secure computing platform that generates intelligent security rules. It checks if the user has permission to access shared data,</a:t>
            </a:r>
            <a:r>
              <a:rPr dirty="0" sz="2000" lang="en-GB"/>
              <a:t> </a:t>
            </a:r>
            <a:r>
              <a:rPr dirty="0" sz="2000" lang="en-GB">
                <a:latin typeface="Times New Roman" panose="02020603050405020304" pitchFamily="18" charset="0"/>
                <a:cs typeface="Times New Roman" panose="02020603050405020304" pitchFamily="18" charset="0"/>
              </a:rPr>
              <a:t>detects vulnerabilities unique to healthcare systems.</a:t>
            </a:r>
            <a:endParaRPr dirty="0" sz="2000" lang="en-US">
              <a:latin typeface="Times New Roman" panose="02020603050405020304" pitchFamily="18" charset="0"/>
              <a:cs typeface="Times New Roman" panose="02020603050405020304" pitchFamily="18" charset="0"/>
            </a:endParaRPr>
          </a:p>
          <a:p>
            <a:pPr algn="just">
              <a:lnSpc>
                <a:spcPct val="150000"/>
              </a:lnSpc>
            </a:pPr>
            <a:endParaRPr dirty="0" sz="2000" lang="en-US">
              <a:latin typeface="Times New Roman" panose="02020603050405020304" pitchFamily="18" charset="0"/>
              <a:ea typeface="+mn-lt"/>
              <a:cs typeface="Times New Roman" panose="02020603050405020304" pitchFamily="18" charset="0"/>
            </a:endParaRPr>
          </a:p>
          <a:p>
            <a:pPr algn="just">
              <a:lnSpc>
                <a:spcPct val="150000"/>
              </a:lnSpc>
            </a:pPr>
            <a:r>
              <a:rPr dirty="0" sz="2000" lang="en-US">
                <a:latin typeface="Times New Roman"/>
                <a:ea typeface="+mn-lt"/>
                <a:cs typeface="+mn-lt"/>
              </a:rPr>
              <a:t>•</a:t>
            </a:r>
            <a:r>
              <a:rPr b="0" dirty="0" sz="1800" i="0" lang="en-GB" strike="noStrike" u="none">
                <a:solidFill>
                  <a:srgbClr val="000000"/>
                </a:solidFill>
                <a:effectLst/>
                <a:latin typeface="Times New Roman" panose="02020603050405020304" pitchFamily="18" charset="0"/>
              </a:rPr>
              <a:t> </a:t>
            </a:r>
            <a:r>
              <a:rPr b="1" dirty="0" sz="2000" i="0" lang="en-GB" strike="noStrike" u="none">
                <a:solidFill>
                  <a:srgbClr val="000000"/>
                </a:solidFill>
                <a:effectLst/>
                <a:latin typeface="Times New Roman" panose="02020603050405020304" pitchFamily="18" charset="0"/>
              </a:rPr>
              <a:t>NLP </a:t>
            </a:r>
            <a:r>
              <a:rPr b="1" dirty="0" sz="2000" i="0" lang="en-GB" err="1" strike="noStrike" u="none">
                <a:solidFill>
                  <a:srgbClr val="000000"/>
                </a:solidFill>
                <a:effectLst/>
                <a:latin typeface="Times New Roman" panose="02020603050405020304" pitchFamily="18" charset="0"/>
              </a:rPr>
              <a:t>Preprocessing</a:t>
            </a:r>
            <a:r>
              <a:rPr b="1" dirty="0" sz="1800" i="0" lang="en-GB" strike="noStrike" u="none">
                <a:solidFill>
                  <a:srgbClr val="000000"/>
                </a:solidFill>
                <a:effectLst/>
                <a:latin typeface="Times New Roman" panose="02020603050405020304" pitchFamily="18" charset="0"/>
              </a:rPr>
              <a:t>: </a:t>
            </a:r>
            <a:r>
              <a:rPr dirty="0" sz="2000" i="0" lang="en-GB" strike="noStrike" u="none">
                <a:solidFill>
                  <a:srgbClr val="000000"/>
                </a:solidFill>
                <a:effectLst/>
                <a:latin typeface="Times New Roman" panose="02020603050405020304" pitchFamily="18" charset="0"/>
              </a:rPr>
              <a:t>First</a:t>
            </a:r>
            <a:r>
              <a:rPr b="0" dirty="0" sz="2000" i="0" lang="en-GB" strike="noStrike" u="none">
                <a:solidFill>
                  <a:srgbClr val="000000"/>
                </a:solidFill>
                <a:effectLst/>
                <a:latin typeface="Times New Roman" panose="02020603050405020304" pitchFamily="18" charset="0"/>
              </a:rPr>
              <a:t>, textual incident descriptions are </a:t>
            </a:r>
            <a:r>
              <a:rPr b="0" dirty="0" sz="2000" i="0" lang="en-GB" err="1" strike="noStrike" u="none">
                <a:solidFill>
                  <a:srgbClr val="000000"/>
                </a:solidFill>
                <a:effectLst/>
                <a:latin typeface="Times New Roman" panose="02020603050405020304" pitchFamily="18" charset="0"/>
              </a:rPr>
              <a:t>preprocessed</a:t>
            </a:r>
            <a:r>
              <a:rPr b="0" dirty="0" sz="2000" i="0" lang="en-GB" strike="noStrike" u="none">
                <a:solidFill>
                  <a:srgbClr val="000000"/>
                </a:solidFill>
                <a:effectLst/>
                <a:latin typeface="Times New Roman" panose="02020603050405020304" pitchFamily="18" charset="0"/>
              </a:rPr>
              <a:t> using tokenization, </a:t>
            </a:r>
            <a:r>
              <a:rPr b="0" dirty="0" sz="2000" i="0" lang="en-GB" err="1" strike="noStrike" u="none">
                <a:solidFill>
                  <a:srgbClr val="000000"/>
                </a:solidFill>
                <a:effectLst/>
                <a:latin typeface="Times New Roman" panose="02020603050405020304" pitchFamily="18" charset="0"/>
              </a:rPr>
              <a:t>stopword</a:t>
            </a:r>
            <a:r>
              <a:rPr b="0" dirty="0" sz="2000" i="0" lang="en-GB" strike="noStrike" u="none">
                <a:solidFill>
                  <a:srgbClr val="000000"/>
                </a:solidFill>
                <a:effectLst/>
                <a:latin typeface="Times New Roman" panose="02020603050405020304" pitchFamily="18" charset="0"/>
              </a:rPr>
              <a:t> removal, and lemmatization, ensuring standardized input data,</a:t>
            </a:r>
            <a:r>
              <a:rPr b="0" dirty="0" sz="1800" i="0" lang="en-GB" strike="noStrike" u="none">
                <a:solidFill>
                  <a:srgbClr val="000000"/>
                </a:solidFill>
                <a:effectLst/>
                <a:latin typeface="Times New Roman" panose="02020603050405020304" pitchFamily="18" charset="0"/>
              </a:rPr>
              <a:t> </a:t>
            </a:r>
            <a:r>
              <a:rPr dirty="0" sz="2000" lang="en-GB">
                <a:solidFill>
                  <a:srgbClr val="000000"/>
                </a:solidFill>
                <a:latin typeface="Times New Roman" panose="02020603050405020304" pitchFamily="18" charset="0"/>
              </a:rPr>
              <a:t>n</a:t>
            </a:r>
            <a:r>
              <a:rPr b="0" dirty="0" sz="2000" i="0" lang="en-GB" strike="noStrike" u="none">
                <a:solidFill>
                  <a:srgbClr val="000000"/>
                </a:solidFill>
                <a:effectLst/>
                <a:latin typeface="Times New Roman" panose="02020603050405020304" pitchFamily="18" charset="0"/>
              </a:rPr>
              <a:t>ext EDA techniques, such as word frequency and part-of-speech analysis, provide insights into the linguistic structure of threats.</a:t>
            </a:r>
            <a:endParaRPr dirty="0" sz="2000" lang="en-US">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663" name="Title 4"/>
          <p:cNvSpPr>
            <a:spLocks noGrp="1"/>
          </p:cNvSpPr>
          <p:nvPr>
            <p:ph type="ctrTitle"/>
          </p:nvPr>
        </p:nvSpPr>
        <p:spPr>
          <a:xfrm>
            <a:off x="1798364" y="906918"/>
            <a:ext cx="9313479" cy="666130"/>
          </a:xfrm>
        </p:spPr>
        <p:txBody>
          <a:bodyPr anchor="b" bIns="0" lIns="0" rIns="0" rtlCol="0" tIns="0" vert="horz">
            <a:noAutofit/>
          </a:bodyPr>
          <a:p>
            <a:r>
              <a:rPr b="1" dirty="0" sz="3600" lang="en-US">
                <a:latin typeface="Times New Roman"/>
                <a:ea typeface="+mj-lt"/>
                <a:cs typeface="+mj-lt"/>
              </a:rPr>
              <a:t>ADVANTAGES OF PROPOSED SYSTEM</a:t>
            </a:r>
            <a:endParaRPr b="1" dirty="0" sz="3600" lang="en-US">
              <a:latin typeface="Times New Roman"/>
              <a:cs typeface="Times New Roman"/>
            </a:endParaRPr>
          </a:p>
        </p:txBody>
      </p:sp>
      <p:sp>
        <p:nvSpPr>
          <p:cNvPr id="1048664" name="TextBox 1"/>
          <p:cNvSpPr txBox="1"/>
          <p:nvPr/>
        </p:nvSpPr>
        <p:spPr>
          <a:xfrm>
            <a:off x="2119747" y="2595418"/>
            <a:ext cx="7943271" cy="2834640"/>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indent="-342900" marL="342900">
              <a:lnSpc>
                <a:spcPct val="150000"/>
              </a:lnSpc>
              <a:buFont typeface="Wingdings"/>
              <a:buChar char="ü"/>
            </a:pPr>
            <a:r>
              <a:rPr dirty="0" sz="2000" lang="en-US">
                <a:latin typeface="Times New Roman"/>
                <a:ea typeface="+mn-lt"/>
                <a:cs typeface="+mn-lt"/>
              </a:rPr>
              <a:t>Provides more data security compared to previous system. </a:t>
            </a:r>
            <a:endParaRPr dirty="0" lang="en-US">
              <a:cs typeface="Arial"/>
            </a:endParaRPr>
          </a:p>
          <a:p>
            <a:pPr>
              <a:lnSpc>
                <a:spcPct val="150000"/>
              </a:lnSpc>
            </a:pPr>
            <a:endParaRPr dirty="0" sz="2000" lang="en-US">
              <a:latin typeface="Times New Roman"/>
              <a:ea typeface="+mn-lt"/>
              <a:cs typeface="+mn-lt"/>
            </a:endParaRPr>
          </a:p>
          <a:p>
            <a:pPr indent="-342900" marL="342900">
              <a:lnSpc>
                <a:spcPct val="150000"/>
              </a:lnSpc>
              <a:buFont typeface="Wingdings"/>
              <a:buChar char="ü"/>
            </a:pPr>
            <a:r>
              <a:rPr dirty="0" sz="2000" lang="en-US">
                <a:latin typeface="Times New Roman"/>
                <a:ea typeface="+mn-lt"/>
                <a:cs typeface="+mn-lt"/>
              </a:rPr>
              <a:t> </a:t>
            </a:r>
            <a:r>
              <a:rPr b="0" dirty="0" sz="2000" i="0" lang="en-GB" strike="noStrike" u="none">
                <a:solidFill>
                  <a:srgbClr val="000000"/>
                </a:solidFill>
                <a:effectLst/>
                <a:latin typeface="Times New Roman" panose="02020603050405020304" pitchFamily="18" charset="0"/>
              </a:rPr>
              <a:t>Enhances patient safety and trust by ensuring continuous protection of sensitive healthcare data and systems.</a:t>
            </a:r>
            <a:endParaRPr dirty="0" sz="2000" lang="en-US">
              <a:latin typeface="Times New Roman"/>
              <a:ea typeface="+mn-lt"/>
              <a:cs typeface="+mn-lt"/>
            </a:endParaRPr>
          </a:p>
          <a:p>
            <a:pPr indent="-342900" marL="342900">
              <a:lnSpc>
                <a:spcPct val="150000"/>
              </a:lnSpc>
              <a:buFont typeface="Wingdings"/>
              <a:buChar char="ü"/>
            </a:pPr>
            <a:endParaRPr dirty="0" sz="2000" lang="en-US">
              <a:latin typeface="Times New Roman"/>
              <a:ea typeface="+mn-lt"/>
              <a:cs typeface="+mn-lt"/>
            </a:endParaRPr>
          </a:p>
          <a:p>
            <a:pPr indent="-342900" marL="342900">
              <a:lnSpc>
                <a:spcPct val="150000"/>
              </a:lnSpc>
              <a:buFont typeface="Wingdings"/>
              <a:buChar char="ü"/>
            </a:pPr>
            <a:r>
              <a:rPr dirty="0" sz="2000" lang="en-US">
                <a:latin typeface="Times New Roman"/>
                <a:ea typeface="+mn-lt"/>
                <a:cs typeface="+mn-lt"/>
              </a:rPr>
              <a:t> </a:t>
            </a:r>
            <a:r>
              <a:rPr dirty="0" sz="2000" lang="en-GB">
                <a:latin typeface="Times New Roman" panose="02020603050405020304" pitchFamily="18" charset="0"/>
                <a:ea typeface="+mn-lt"/>
                <a:cs typeface="Times New Roman" panose="02020603050405020304" pitchFamily="18" charset="0"/>
              </a:rPr>
              <a:t>H</a:t>
            </a:r>
            <a:r>
              <a:rPr dirty="0" sz="2000" lang="en-GB">
                <a:latin typeface="Times New Roman" panose="02020603050405020304" pitchFamily="18" charset="0"/>
                <a:cs typeface="Times New Roman" panose="02020603050405020304" pitchFamily="18" charset="0"/>
              </a:rPr>
              <a:t>andles large data efficiently, </a:t>
            </a:r>
            <a:r>
              <a:rPr dirty="0" sz="2000" lang="en-IN">
                <a:latin typeface="Times New Roman" panose="02020603050405020304" pitchFamily="18" charset="0"/>
                <a:cs typeface="Times New Roman" panose="02020603050405020304" pitchFamily="18" charset="0"/>
              </a:rPr>
              <a:t>understands threat context better</a:t>
            </a:r>
            <a:r>
              <a:rPr dirty="0" sz="2000" lang="en-IN"/>
              <a:t>.</a:t>
            </a:r>
            <a:endParaRPr dirty="0" sz="2000" lang="en-US">
              <a:latin typeface="Times New Roman"/>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73" name="Title 1"/>
          <p:cNvSpPr>
            <a:spLocks noGrp="1"/>
          </p:cNvSpPr>
          <p:nvPr>
            <p:ph type="title"/>
          </p:nvPr>
        </p:nvSpPr>
        <p:spPr>
          <a:xfrm>
            <a:off x="844000" y="1056393"/>
            <a:ext cx="10504000" cy="677026"/>
          </a:xfrm>
        </p:spPr>
        <p:txBody>
          <a:bodyPr/>
          <a:p>
            <a:pPr algn="ctr"/>
            <a:r>
              <a:rPr b="1" dirty="0" sz="3200" lang="en-US">
                <a:latin typeface="Times New Roman"/>
                <a:cs typeface="Times New Roman"/>
              </a:rPr>
              <a:t>SYSTEM</a:t>
            </a:r>
            <a:r>
              <a:rPr b="1" dirty="0" lang="en-US">
                <a:latin typeface="Times New Roman"/>
                <a:cs typeface="Times New Roman"/>
              </a:rPr>
              <a:t> </a:t>
            </a:r>
            <a:r>
              <a:rPr b="1" dirty="0" sz="3200" lang="en-US">
                <a:latin typeface="Times New Roman"/>
                <a:cs typeface="Times New Roman"/>
              </a:rPr>
              <a:t>ARCHITECTURE</a:t>
            </a:r>
          </a:p>
        </p:txBody>
      </p:sp>
      <p:pic>
        <p:nvPicPr>
          <p:cNvPr id="2097154" name="Content Placeholder 8" descr="A diagram of a system architecture  AI-generated content may be incorrect."/>
          <p:cNvPicPr>
            <a:picLocks noGrp="1"/>
          </p:cNvPicPr>
          <p:nvPr>
            <p:ph sz="quarter" idx="37"/>
          </p:nvPr>
        </p:nvPicPr>
        <p:blipFill rotWithShape="1">
          <a:blip xmlns:r="http://schemas.openxmlformats.org/officeDocument/2006/relationships" r:embed="rId1" cstate="print"/>
          <a:srcRect l="-1" r="-155"/>
          <a:stretch>
            <a:fillRect/>
          </a:stretch>
        </p:blipFill>
        <p:spPr bwMode="auto">
          <a:xfrm>
            <a:off x="3909079" y="2137790"/>
            <a:ext cx="3959059" cy="3663817"/>
          </a:xfrm>
          <a:prstGeom prst="rect"/>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674" name="Title 1"/>
          <p:cNvSpPr>
            <a:spLocks noGrp="1"/>
          </p:cNvSpPr>
          <p:nvPr>
            <p:ph type="title"/>
          </p:nvPr>
        </p:nvSpPr>
        <p:spPr>
          <a:xfrm>
            <a:off x="844000" y="747078"/>
            <a:ext cx="10504000" cy="902613"/>
          </a:xfrm>
        </p:spPr>
        <p:txBody>
          <a:bodyPr/>
          <a:p>
            <a:r>
              <a:rPr b="1" dirty="0" lang="en-IN">
                <a:latin typeface="Times New Roman" panose="02020603050405020304" pitchFamily="18" charset="0"/>
                <a:cs typeface="Times New Roman" panose="02020603050405020304" pitchFamily="18" charset="0"/>
              </a:rPr>
              <a:t>MODULES</a:t>
            </a:r>
          </a:p>
        </p:txBody>
      </p:sp>
      <p:sp>
        <p:nvSpPr>
          <p:cNvPr id="1048675" name="Content Placeholder 2"/>
          <p:cNvSpPr>
            <a:spLocks noGrp="1"/>
          </p:cNvSpPr>
          <p:nvPr>
            <p:ph sz="quarter" idx="37"/>
          </p:nvPr>
        </p:nvSpPr>
        <p:spPr>
          <a:xfrm>
            <a:off x="844000" y="2007910"/>
            <a:ext cx="10504000" cy="3949546"/>
          </a:xfrm>
        </p:spPr>
        <p:txBody>
          <a:bodyPr>
            <a:normAutofit/>
          </a:bodyPr>
          <a:p>
            <a:r>
              <a:rPr dirty="0" sz="2000" lang="en-US">
                <a:latin typeface="Times New Roman"/>
                <a:ea typeface="+mn-lt"/>
                <a:cs typeface="+mn-lt"/>
              </a:rPr>
              <a:t>• </a:t>
            </a:r>
            <a:r>
              <a:rPr b="1" dirty="0" sz="2000" lang="en-IN">
                <a:latin typeface="Times New Roman" panose="02020603050405020304" pitchFamily="18" charset="0"/>
                <a:cs typeface="Times New Roman" panose="02020603050405020304" pitchFamily="18" charset="0"/>
              </a:rPr>
              <a:t>Data Acquisition Module: </a:t>
            </a:r>
            <a:r>
              <a:rPr dirty="0" sz="1900" lang="en-GB">
                <a:latin typeface="Times New Roman" panose="02020603050405020304" pitchFamily="18" charset="0"/>
                <a:cs typeface="Times New Roman" panose="02020603050405020304" pitchFamily="18" charset="0"/>
              </a:rPr>
              <a:t>Gathers cybersecurity - related text data from diverse sources  such as  a  threat intelligence feeds (CVE, NVD), healthcare incident reports, research articles, and online forums. This module ensures the system has comprehensive and up-to-date threat information for analysis.</a:t>
            </a:r>
          </a:p>
          <a:p>
            <a:endParaRPr b="1" dirty="0" sz="1800" lang="en-GB">
              <a:latin typeface="Times New Roman" panose="02020603050405020304" pitchFamily="18" charset="0"/>
              <a:cs typeface="Times New Roman" panose="02020603050405020304" pitchFamily="18" charset="0"/>
            </a:endParaRPr>
          </a:p>
          <a:p>
            <a:r>
              <a:rPr dirty="0" sz="2000" lang="en-US">
                <a:latin typeface="Times New Roman"/>
                <a:ea typeface="+mn-lt"/>
                <a:cs typeface="+mn-lt"/>
              </a:rPr>
              <a:t>• </a:t>
            </a:r>
            <a:r>
              <a:rPr b="1" dirty="0" sz="2000" lang="en-IN">
                <a:latin typeface="Times New Roman" panose="02020603050405020304" pitchFamily="18" charset="0"/>
                <a:cs typeface="Times New Roman" panose="02020603050405020304" pitchFamily="18" charset="0"/>
              </a:rPr>
              <a:t>Data Pre-processing Module: </a:t>
            </a:r>
            <a:r>
              <a:rPr dirty="0" sz="1900" lang="en-GB">
                <a:latin typeface="Times New Roman" panose="02020603050405020304" pitchFamily="18" charset="0"/>
                <a:cs typeface="Times New Roman" panose="02020603050405020304" pitchFamily="18" charset="0"/>
              </a:rPr>
              <a:t>Cleans and prepares the collected text by removing noise, duplicates,  and irrelevant content. It performs tokenization, </a:t>
            </a:r>
            <a:r>
              <a:rPr dirty="0" sz="1900" lang="en-GB" err="1">
                <a:latin typeface="Times New Roman" panose="02020603050405020304" pitchFamily="18" charset="0"/>
                <a:cs typeface="Times New Roman" panose="02020603050405020304" pitchFamily="18" charset="0"/>
              </a:rPr>
              <a:t>stopword</a:t>
            </a:r>
            <a:r>
              <a:rPr dirty="0" sz="1900" lang="en-GB">
                <a:latin typeface="Times New Roman" panose="02020603050405020304" pitchFamily="18" charset="0"/>
                <a:cs typeface="Times New Roman" panose="02020603050405020304" pitchFamily="18" charset="0"/>
              </a:rPr>
              <a:t> removal, and lemmatization to standardize the text and make it suitable for NLP processing.</a:t>
            </a:r>
          </a:p>
          <a:p>
            <a:endParaRPr b="1" dirty="0" sz="1800" lang="en-GB">
              <a:latin typeface="Times New Roman" panose="02020603050405020304" pitchFamily="18" charset="0"/>
              <a:cs typeface="Times New Roman" panose="02020603050405020304" pitchFamily="18" charset="0"/>
            </a:endParaRPr>
          </a:p>
          <a:p>
            <a:r>
              <a:rPr dirty="0" sz="2000" lang="en-US">
                <a:latin typeface="Times New Roman"/>
                <a:ea typeface="+mn-lt"/>
                <a:cs typeface="+mn-lt"/>
              </a:rPr>
              <a:t>• </a:t>
            </a:r>
            <a:r>
              <a:rPr b="1" dirty="0" sz="2000" lang="en-IN">
                <a:latin typeface="Times New Roman" panose="02020603050405020304" pitchFamily="18" charset="0"/>
                <a:cs typeface="Times New Roman" panose="02020603050405020304" pitchFamily="18" charset="0"/>
              </a:rPr>
              <a:t>NLP Feature Extraction Module:</a:t>
            </a:r>
            <a:r>
              <a:rPr dirty="0" sz="2800" lang="en-GB"/>
              <a:t> </a:t>
            </a:r>
            <a:r>
              <a:rPr dirty="0" sz="1900" lang="en-GB">
                <a:latin typeface="Times New Roman" panose="02020603050405020304" pitchFamily="18" charset="0"/>
                <a:cs typeface="Times New Roman" panose="02020603050405020304" pitchFamily="18" charset="0"/>
              </a:rPr>
              <a:t>Converts pre processed text into numerical form using  an  techniques like TF-IDF, Word2Vec, or BERT embeddings. This enables the system to understand and process textual data for machine learning and deep learning models.</a:t>
            </a:r>
            <a:endParaRPr b="1" dirty="0" sz="19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76" name="Title 1"/>
          <p:cNvSpPr>
            <a:spLocks noGrp="1"/>
          </p:cNvSpPr>
          <p:nvPr>
            <p:ph type="title"/>
          </p:nvPr>
        </p:nvSpPr>
        <p:spPr>
          <a:xfrm>
            <a:off x="844000" y="879053"/>
            <a:ext cx="10504000" cy="959174"/>
          </a:xfrm>
        </p:spPr>
        <p:txBody>
          <a:bodyPr/>
          <a:p>
            <a:r>
              <a:rPr b="1" dirty="0" lang="en-IN">
                <a:latin typeface="Times New Roman" panose="02020603050405020304" pitchFamily="18" charset="0"/>
                <a:cs typeface="Times New Roman" panose="02020603050405020304" pitchFamily="18" charset="0"/>
              </a:rPr>
              <a:t>MODULES</a:t>
            </a:r>
            <a:endParaRPr dirty="0" lang="en-IN"/>
          </a:p>
        </p:txBody>
      </p:sp>
      <p:sp>
        <p:nvSpPr>
          <p:cNvPr id="1048677" name="Content Placeholder 2"/>
          <p:cNvSpPr>
            <a:spLocks noGrp="1"/>
          </p:cNvSpPr>
          <p:nvPr>
            <p:ph sz="quarter" idx="37"/>
          </p:nvPr>
        </p:nvSpPr>
        <p:spPr>
          <a:xfrm>
            <a:off x="844000" y="2275287"/>
            <a:ext cx="10504000" cy="3380509"/>
          </a:xfrm>
        </p:spPr>
        <p:txBody>
          <a:bodyPr>
            <a:normAutofit/>
          </a:bodyPr>
          <a:p>
            <a:r>
              <a:rPr dirty="0" sz="2000" lang="en-US">
                <a:latin typeface="Times New Roman"/>
                <a:ea typeface="+mn-lt"/>
                <a:cs typeface="+mn-lt"/>
              </a:rPr>
              <a:t>• </a:t>
            </a:r>
            <a:r>
              <a:rPr b="1" dirty="0" sz="2000" lang="en-GB">
                <a:latin typeface="Times New Roman" panose="02020603050405020304" pitchFamily="18" charset="0"/>
                <a:cs typeface="Times New Roman" panose="02020603050405020304" pitchFamily="18" charset="0"/>
              </a:rPr>
              <a:t>Threat Classification and Vulnerability Mapping Module: </a:t>
            </a:r>
            <a:r>
              <a:rPr dirty="0" sz="1800" lang="en-GB">
                <a:latin typeface="Times New Roman" panose="02020603050405020304" pitchFamily="18" charset="0"/>
                <a:cs typeface="Times New Roman" panose="02020603050405020304" pitchFamily="18" charset="0"/>
              </a:rPr>
              <a:t>Classifies extracted information into categories (e.g., ransomware, phishing, DDoS) and maps identified threats to known vulnerabilities (e.g., CVEs). This helps in understanding which healthcare assets or systems are at risk.</a:t>
            </a:r>
          </a:p>
          <a:p>
            <a:endParaRPr dirty="0" sz="1800" lang="en-GB">
              <a:latin typeface="Times New Roman" panose="02020603050405020304" pitchFamily="18" charset="0"/>
              <a:cs typeface="Times New Roman" panose="02020603050405020304" pitchFamily="18" charset="0"/>
            </a:endParaRPr>
          </a:p>
          <a:p>
            <a:r>
              <a:rPr dirty="0" sz="2000" lang="en-US">
                <a:latin typeface="Times New Roman"/>
                <a:ea typeface="+mn-lt"/>
                <a:cs typeface="+mn-lt"/>
              </a:rPr>
              <a:t>• </a:t>
            </a:r>
            <a:r>
              <a:rPr b="1" dirty="0" sz="2000" lang="en-GB">
                <a:latin typeface="Times New Roman" panose="02020603050405020304" pitchFamily="18" charset="0"/>
                <a:cs typeface="Times New Roman" panose="02020603050405020304" pitchFamily="18" charset="0"/>
              </a:rPr>
              <a:t>Threat Analysis and Visualization Module: </a:t>
            </a:r>
            <a:r>
              <a:rPr dirty="0" sz="1800" lang="en-GB" err="1">
                <a:latin typeface="Times New Roman" panose="02020603050405020304" pitchFamily="18" charset="0"/>
                <a:cs typeface="Times New Roman" panose="02020603050405020304" pitchFamily="18" charset="0"/>
              </a:rPr>
              <a:t>Analyzes</a:t>
            </a:r>
            <a:r>
              <a:rPr dirty="0" sz="1800" lang="en-GB">
                <a:latin typeface="Times New Roman" panose="02020603050405020304" pitchFamily="18" charset="0"/>
                <a:cs typeface="Times New Roman" panose="02020603050405020304" pitchFamily="18" charset="0"/>
              </a:rPr>
              <a:t> patterns, trends, and severity levels of detected threats over time. It visualizes insights through dashboards and charts, helping cybersecurity professionals monitor emerging threats and make informed decisions.</a:t>
            </a:r>
            <a:endParaRPr b="1" dirty="0" sz="1800" lang="en-GB">
              <a:latin typeface="Times New Roman" panose="02020603050405020304" pitchFamily="18" charset="0"/>
              <a:cs typeface="Times New Roman" panose="02020603050405020304" pitchFamily="18" charset="0"/>
            </a:endParaRPr>
          </a:p>
          <a:p>
            <a:endParaRPr b="1" dirty="0" sz="20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696" name="TextBox 40"/>
          <p:cNvSpPr txBox="1"/>
          <p:nvPr/>
        </p:nvSpPr>
        <p:spPr>
          <a:xfrm>
            <a:off x="406731" y="794175"/>
            <a:ext cx="11387959" cy="646331"/>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ctr"/>
            <a:r>
              <a:rPr b="1" sz="3600" lang="en-US">
                <a:latin typeface="Times New Roman"/>
                <a:cs typeface="Times New Roman"/>
              </a:rPr>
              <a:t>CONCLUSION </a:t>
            </a:r>
          </a:p>
        </p:txBody>
      </p:sp>
      <p:sp>
        <p:nvSpPr>
          <p:cNvPr id="1048697" name="TextBox 1"/>
          <p:cNvSpPr txBox="1"/>
          <p:nvPr/>
        </p:nvSpPr>
        <p:spPr>
          <a:xfrm>
            <a:off x="1354329" y="1859537"/>
            <a:ext cx="9924872" cy="3691844"/>
          </a:xfrm>
          <a:prstGeom prst="rect"/>
          <a:noFill/>
        </p:spPr>
        <p:txBody>
          <a:bodyPr anchor="t" anchorCtr="0" bIns="45720" compatLnSpc="1" forceAA="0" fromWordArt="0" horzOverflow="overflow" lIns="91440" numCol="1" rIns="91440" rot="0" rtlCol="0" spcCol="0" spcFirstLastPara="0" tIns="45720" vert="horz" vertOverflow="overflow" wrap="square">
            <a:prstTxWarp prst="textNoShape"/>
            <a:spAutoFit/>
          </a:bodyPr>
          <a:p>
            <a:pPr algn="just">
              <a:lnSpc>
                <a:spcPct val="200000"/>
              </a:lnSpc>
            </a:pPr>
            <a:r>
              <a:rPr dirty="0" sz="2000" lang="en-GB">
                <a:latin typeface="Times New Roman" panose="02020603050405020304" pitchFamily="18" charset="0"/>
                <a:cs typeface="Times New Roman" panose="02020603050405020304" pitchFamily="18" charset="0"/>
              </a:rPr>
              <a:t>This project demonstrates how advanced NLP and machine learning techniques can enhance cybersecurity in the healthcare ecosystem. By automating the analysis of cyber threats and vulnerabilities, the system enables faster, more accurate detection and response. It helps protect sensitive patient data and critical medical infrastructure from evolving cyber risks. Overall, this approach strengthens healthcare security while ensuring compliance with privacy regulations.</a:t>
            </a:r>
          </a:p>
          <a:p>
            <a:pPr algn="just">
              <a:lnSpc>
                <a:spcPct val="200000"/>
              </a:lnSpc>
            </a:pPr>
            <a:endParaRPr dirty="0" sz="2000" lang="en-US">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7" name=""/>
        <p:cNvGrpSpPr/>
        <p:nvPr/>
      </p:nvGrpSpPr>
      <p:grpSpPr>
        <a:xfrm>
          <a:off x="0" y="0"/>
          <a:ext cx="0" cy="0"/>
          <a:chOff x="0" y="0"/>
          <a:chExt cx="0" cy="0"/>
        </a:xfrm>
      </p:grpSpPr>
      <p:sp>
        <p:nvSpPr>
          <p:cNvPr id="1048701" name="Rectangle 26"/>
          <p:cNvSpPr>
            <a:spLocks noChangeAspect="1" noMove="1" noResize="1" noRot="1" noGrp="1" noAdjustHandles="1" noEditPoints="1" noChangeArrowheads="1" noChangeShapeType="1" noTextEdit="1"/>
          </p:cNvSpPr>
          <p:nvPr/>
        </p:nvSpPr>
        <p:spPr bwMode="white">
          <a:xfrm>
            <a:off x="1524" y="0"/>
            <a:ext cx="12188952" cy="6858000"/>
          </a:xfrm>
          <a:prstGeom prst="rect"/>
          <a:no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defPPr>
              <a:defRPr lang="en-US"/>
            </a:defPPr>
            <a:lvl1pPr algn="l" defTabSz="914400" eaLnBrk="1" hangingPunct="1" latinLnBrk="0" marL="0" rtl="0">
              <a:defRPr sz="1800" kern="1200">
                <a:solidFill>
                  <a:schemeClr val="lt1"/>
                </a:solidFill>
                <a:latin typeface="+mn-lt"/>
                <a:ea typeface="+mn-ea"/>
                <a:cs typeface="+mn-cs"/>
              </a:defRPr>
            </a:lvl1pPr>
            <a:lvl2pPr algn="l" defTabSz="914400" eaLnBrk="1" hangingPunct="1" latinLnBrk="0" marL="457200" rtl="0">
              <a:defRPr sz="1800" kern="1200">
                <a:solidFill>
                  <a:schemeClr val="lt1"/>
                </a:solidFill>
                <a:latin typeface="+mn-lt"/>
                <a:ea typeface="+mn-ea"/>
                <a:cs typeface="+mn-cs"/>
              </a:defRPr>
            </a:lvl2pPr>
            <a:lvl3pPr algn="l" defTabSz="914400" eaLnBrk="1" hangingPunct="1" latinLnBrk="0" marL="914400" rtl="0">
              <a:defRPr sz="1800" kern="1200">
                <a:solidFill>
                  <a:schemeClr val="lt1"/>
                </a:solidFill>
                <a:latin typeface="+mn-lt"/>
                <a:ea typeface="+mn-ea"/>
                <a:cs typeface="+mn-cs"/>
              </a:defRPr>
            </a:lvl3pPr>
            <a:lvl4pPr algn="l" defTabSz="914400" eaLnBrk="1" hangingPunct="1" latinLnBrk="0" marL="1371600" rtl="0">
              <a:defRPr sz="1800" kern="1200">
                <a:solidFill>
                  <a:schemeClr val="lt1"/>
                </a:solidFill>
                <a:latin typeface="+mn-lt"/>
                <a:ea typeface="+mn-ea"/>
                <a:cs typeface="+mn-cs"/>
              </a:defRPr>
            </a:lvl4pPr>
            <a:lvl5pPr algn="l" defTabSz="914400" eaLnBrk="1" hangingPunct="1" latinLnBrk="0" marL="1828800" rtl="0">
              <a:defRPr sz="1800" kern="1200">
                <a:solidFill>
                  <a:schemeClr val="lt1"/>
                </a:solidFill>
                <a:latin typeface="+mn-lt"/>
                <a:ea typeface="+mn-ea"/>
                <a:cs typeface="+mn-cs"/>
              </a:defRPr>
            </a:lvl5pPr>
            <a:lvl6pPr algn="l" defTabSz="914400" eaLnBrk="1" hangingPunct="1" latinLnBrk="0" marL="2286000" rtl="0">
              <a:defRPr sz="1800" kern="1200">
                <a:solidFill>
                  <a:schemeClr val="lt1"/>
                </a:solidFill>
                <a:latin typeface="+mn-lt"/>
                <a:ea typeface="+mn-ea"/>
                <a:cs typeface="+mn-cs"/>
              </a:defRPr>
            </a:lvl6pPr>
            <a:lvl7pPr algn="l" defTabSz="914400" eaLnBrk="1" hangingPunct="1" latinLnBrk="0" marL="2743200" rtl="0">
              <a:defRPr sz="1800" kern="1200">
                <a:solidFill>
                  <a:schemeClr val="lt1"/>
                </a:solidFill>
                <a:latin typeface="+mn-lt"/>
                <a:ea typeface="+mn-ea"/>
                <a:cs typeface="+mn-cs"/>
              </a:defRPr>
            </a:lvl7pPr>
            <a:lvl8pPr algn="l" defTabSz="914400" eaLnBrk="1" hangingPunct="1" latinLnBrk="0" marL="3200400" rtl="0">
              <a:defRPr sz="1800" kern="1200">
                <a:solidFill>
                  <a:schemeClr val="lt1"/>
                </a:solidFill>
                <a:latin typeface="+mn-lt"/>
                <a:ea typeface="+mn-ea"/>
                <a:cs typeface="+mn-cs"/>
              </a:defRPr>
            </a:lvl8pPr>
            <a:lvl9pPr algn="l" defTabSz="914400" eaLnBrk="1" hangingPunct="1" latinLnBrk="0" marL="3657600" rtl="0">
              <a:defRPr sz="1800" kern="1200">
                <a:solidFill>
                  <a:schemeClr val="lt1"/>
                </a:solidFill>
                <a:latin typeface="+mn-lt"/>
                <a:ea typeface="+mn-ea"/>
                <a:cs typeface="+mn-cs"/>
              </a:defRPr>
            </a:lvl9pPr>
          </a:lstStyle>
          <a:p>
            <a:pPr algn="ctr"/>
            <a:endParaRPr lang="en-US"/>
          </a:p>
        </p:txBody>
      </p:sp>
      <p:pic>
        <p:nvPicPr>
          <p:cNvPr id="2097155" name="Picture 2" descr="A yellow circle with white text  AI-generated content may be incorrect."/>
          <p:cNvPicPr>
            <a:picLocks noChangeAspect="1"/>
          </p:cNvPicPr>
          <p:nvPr/>
        </p:nvPicPr>
        <p:blipFill>
          <a:blip xmlns:r="http://schemas.openxmlformats.org/officeDocument/2006/relationships" r:embed="rId1"/>
          <a:srcRect t="12000" b="16129"/>
          <a:stretch>
            <a:fillRect/>
          </a:stretch>
        </p:blipFill>
        <p:spPr>
          <a:xfrm>
            <a:off x="20" y="1282"/>
            <a:ext cx="12191980" cy="6856718"/>
          </a:xfrm>
          <a:prstGeom prst="rect"/>
        </p:spPr>
      </p:pic>
    </p:spTree>
  </p:cSld>
  <p:clrMapOvr>
    <a:masterClrMapping/>
  </p:clrMapOvr>
</p:sld>
</file>

<file path=ppt/theme/theme1.xml><?xml version="1.0" encoding="utf-8"?>
<a:theme xmlns:a="http://schemas.openxmlformats.org/drawingml/2006/main" name="Custom">
  <a:themeElements>
    <a:clrScheme name="黄色">
      <a:dk1>
        <a:sysClr lastClr="000000" val="windowText"/>
      </a:dk1>
      <a:lt1>
        <a:sysClr lastClr="FFFFFF" val="window"/>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ompany overview001">
      <a:majorFont>
        <a:latin typeface="Franklin Gothic Heavy"/>
        <a:ea typeface=""/>
        <a:cs typeface=""/>
      </a:majorFont>
      <a:minorFont>
        <a:latin typeface="Arial"/>
        <a:ea typeface=""/>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customXml/item1.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8D92EA7-0D9D-4DD7-ACED-749A5B292D4A}">
  <ds:schemaRefs>
    <ds:schemaRef ds:uri="http://schemas.microsoft.com/sharepoint/v3/contenttype/forms"/>
  </ds:schemaRefs>
</ds:datastoreItem>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Amaan</dc:creator>
  <cp:lastModifiedBy>Samiuddin Mohammed</cp:lastModifiedBy>
  <dcterms:created xsi:type="dcterms:W3CDTF">2025-03-24T05:10:49Z</dcterms:created>
  <dcterms:modified xsi:type="dcterms:W3CDTF">2025-10-29T06:47:01Z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ICV">
    <vt:lpwstr>93a02bac9d224112a2284b6ad26cb731</vt:lpwstr>
  </property>
</Properties>
</file>